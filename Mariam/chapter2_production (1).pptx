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مقدمة" id="{a619778a-e14e-1147-f73b-13e8145c7b05}">
          <p14:sldIdLst>
            <p14:sldId id="256"/>
            <p14:sldId id="257"/>
            <p14:sldId id="258"/>
            <p14:sldId id="259"/>
          </p14:sldIdLst>
        </p14:section>
        <p14:section name="الجزء 1: البداية والترحيب" id="{5946e013-2c24-1d50-b063-a7f57f9da6bb}">
          <p14:sldIdLst>
            <p14:sldId id="260"/>
            <p14:sldId id="261"/>
            <p14:sldId id="262"/>
            <p14:sldId id="263"/>
          </p14:sldIdLst>
        </p14:section>
        <p14:section name="الجزء 2: الجولة وسؤال السائح" id="{2f9cac1b-d7d1-c6d1-2d53-d3861d4ab920}">
          <p14:sldIdLst>
            <p14:sldId id="264"/>
            <p14:sldId id="265"/>
            <p14:sldId id="266"/>
            <p14:sldId id="267"/>
          </p14:sldIdLst>
        </p14:section>
        <p14:section name="الجزء 3: ظهور الطفل والحيرة" id="{ba102172-eeaf-db37-1d52-ec2a166e7761}">
          <p14:sldIdLst>
            <p14:sldId id="268"/>
            <p14:sldId id="269"/>
            <p14:sldId id="270"/>
            <p14:sldId id="271"/>
          </p14:sldIdLst>
        </p14:section>
        <p14:section name="الجزء 4: إجابة الوعي والانصراف" id="{e282e10a-2bba-6888-754c-d4f72ceadeed}">
          <p14:sldIdLst>
            <p14:sldId id="272"/>
            <p14:sldId id="273"/>
            <p14:sldId id="274"/>
            <p14:sldId id="275"/>
          </p14:sldIdLst>
        </p14:section>
        <p14:section name="الجزء 5: المونتاج الفكري والسؤال الجوهري" id="{e2df37d7-150a-875e-1ce6-5f32531d167e}">
          <p14:sldIdLst>
            <p14:sldId id="276"/>
            <p14:sldId id="277"/>
            <p14:sldId id="278"/>
            <p14:sldId id="279"/>
          </p14:sldIdLst>
        </p14:section>
        <p14:section name="الجزء 6: الختام والرسالة" id="{76eff221-ef25-fc48-63ee-cfc01c27ae78}">
          <p14:sldIdLst>
            <p14:sldId id="280"/>
            <p14:sldId id="281"/>
          </p14:sldIdLst>
        </p14:section>
        <p14:section name="الختام" id="{b77a105c-7710-7782-7c8d-b25779ee5afc}">
          <p14:sldIdLst>
            <p14:sldId id="28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_TITLE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 circle"/>
          <p:cNvSpPr/>
          <p:nvPr/>
        </p:nvSpPr>
        <p:spPr>
          <a:xfrm>
            <a:off x="731520" y="1097280"/>
            <a:ext cx="2743200" cy="27432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3" name="Cover icon" descr="عين حورس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1691640"/>
            <a:ext cx="1554480" cy="1554480"/>
          </a:xfrm>
          <a:prstGeom prst="rect">
            <a:avLst/>
          </a:prstGeom>
        </p:spPr>
      </p:pic>
      <p:sp>
        <p:nvSpPr>
          <p:cNvPr id="4" name="Title"/>
          <p:cNvSpPr/>
          <p:nvPr/>
        </p:nvSpPr>
        <p:spPr>
          <a:xfrm>
            <a:off x="3931920" y="91440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rtl="1" algn="r" indent="0" marL="0">
              <a:buNone/>
            </a:pPr>
            <a:r>
              <a:rPr lang="ar-EG" altLang="en-US" sz="4000" b="1" dirty="0">
                <a:solidFill>
                  <a:schemeClr val="bg1"/>
                </a:solidFill>
              </a:rPr>
              <a:t>السؤال الذي لا ينام</a:t>
            </a:r>
            <a:endParaRPr lang="ar-EG" sz="4000" dirty="0"/>
          </a:p>
        </p:txBody>
      </p:sp>
      <p:sp>
        <p:nvSpPr>
          <p:cNvPr id="5" name="Subtitle"/>
          <p:cNvSpPr/>
          <p:nvPr/>
        </p:nvSpPr>
        <p:spPr>
          <a:xfrm>
            <a:off x="3931920" y="26060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2400" dirty="0">
                <a:solidFill>
                  <a:schemeClr val="accent1"/>
                </a:solidFill>
              </a:rPr>
              <a:t>الفصل الثاني — المشكلة</a:t>
            </a:r>
            <a:endParaRPr lang="ar-EG" sz="2400" dirty="0"/>
          </a:p>
        </p:txBody>
      </p:sp>
      <p:sp>
        <p:nvSpPr>
          <p:cNvPr id="6" name="Doc label"/>
          <p:cNvSpPr txBox="1"/>
          <p:nvPr/>
        </p:nvSpPr>
        <p:spPr>
          <a:xfrm>
            <a:off x="3931920" y="34747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800" dirty="0">
                <a:solidFill>
                  <a:schemeClr val="bg2"/>
                </a:solidFill>
              </a:rPr>
              <a:t>ملف الإنتاج والتنفيذ</a:t>
            </a:r>
            <a:endParaRPr lang="ar-EG" sz="1800" dirty="0"/>
          </a:p>
        </p:txBody>
      </p:sp>
      <p:sp>
        <p:nvSpPr>
          <p:cNvPr id="7" name="Owner"/>
          <p:cNvSpPr txBox="1"/>
          <p:nvPr/>
        </p:nvSpPr>
        <p:spPr>
          <a:xfrm>
            <a:off x="3931920" y="39319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600" dirty="0">
                <a:solidFill>
                  <a:schemeClr val="accent6"/>
                </a:solidFill>
              </a:rPr>
              <a:t>المسؤولة عن التنفيذ: مريم</a:t>
            </a:r>
            <a:endParaRPr lang="ar-EG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943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600" b="1" dirty="0">
                <a:solidFill>
                  <a:schemeClr val="tx1"/>
                </a:solidFill>
              </a:rPr>
              <a:t>نظرة عامة على الإنتاج</a:t>
            </a:r>
            <a:endParaRPr lang="ar-EG" sz="3600" dirty="0"/>
          </a:p>
        </p:txBody>
      </p:sp>
      <p:sp>
        <p:nvSpPr>
          <p:cNvPr id="3" name="Stat card 1"/>
          <p:cNvSpPr/>
          <p:nvPr/>
        </p:nvSpPr>
        <p:spPr>
          <a:xfrm>
            <a:off x="6080760" y="1554480"/>
            <a:ext cx="260604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4" name="Stat number 1"/>
          <p:cNvSpPr txBox="1"/>
          <p:nvPr/>
        </p:nvSpPr>
        <p:spPr>
          <a:xfrm>
            <a:off x="6080760" y="169164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tx2"/>
                </a:solidFill>
              </a:rPr>
              <a:t>22</a:t>
            </a:r>
            <a:endParaRPr lang="en-US" sz="5400" dirty="0"/>
          </a:p>
        </p:txBody>
      </p:sp>
      <p:sp>
        <p:nvSpPr>
          <p:cNvPr id="5" name="Stat label 1"/>
          <p:cNvSpPr txBox="1"/>
          <p:nvPr/>
        </p:nvSpPr>
        <p:spPr>
          <a:xfrm>
            <a:off x="6080760" y="25603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600" dirty="0">
                <a:solidFill>
                  <a:schemeClr val="tx1"/>
                </a:solidFill>
              </a:rPr>
              <a:t>مشهداً</a:t>
            </a:r>
            <a:endParaRPr lang="ar-EG" sz="1600" dirty="0"/>
          </a:p>
        </p:txBody>
      </p:sp>
      <p:sp>
        <p:nvSpPr>
          <p:cNvPr id="6" name="Stat card 2"/>
          <p:cNvSpPr/>
          <p:nvPr/>
        </p:nvSpPr>
        <p:spPr>
          <a:xfrm>
            <a:off x="3246120" y="1554480"/>
            <a:ext cx="260604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7" name="Stat number 2"/>
          <p:cNvSpPr txBox="1"/>
          <p:nvPr/>
        </p:nvSpPr>
        <p:spPr>
          <a:xfrm>
            <a:off x="3246120" y="169164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tx2"/>
                </a:solidFill>
              </a:rPr>
              <a:t>3:40</a:t>
            </a:r>
            <a:endParaRPr lang="en-US" sz="5400" dirty="0"/>
          </a:p>
        </p:txBody>
      </p:sp>
      <p:sp>
        <p:nvSpPr>
          <p:cNvPr id="8" name="Stat label 2"/>
          <p:cNvSpPr txBox="1"/>
          <p:nvPr/>
        </p:nvSpPr>
        <p:spPr>
          <a:xfrm>
            <a:off x="3246120" y="25603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600" dirty="0">
                <a:solidFill>
                  <a:schemeClr val="tx1"/>
                </a:solidFill>
              </a:rPr>
              <a:t>المدة الإجمالية بالدقائق</a:t>
            </a:r>
            <a:endParaRPr lang="ar-EG" sz="1600" dirty="0"/>
          </a:p>
        </p:txBody>
      </p:sp>
      <p:sp>
        <p:nvSpPr>
          <p:cNvPr id="9" name="Stat card 3"/>
          <p:cNvSpPr/>
          <p:nvPr/>
        </p:nvSpPr>
        <p:spPr>
          <a:xfrm>
            <a:off x="411480" y="1554480"/>
            <a:ext cx="260604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10" name="Stat number 3"/>
          <p:cNvSpPr txBox="1"/>
          <p:nvPr/>
        </p:nvSpPr>
        <p:spPr>
          <a:xfrm>
            <a:off x="411480" y="169164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tx2"/>
                </a:solidFill>
              </a:rPr>
              <a:t>10</a:t>
            </a:r>
            <a:endParaRPr lang="en-US" sz="5400" dirty="0"/>
          </a:p>
        </p:txBody>
      </p:sp>
      <p:sp>
        <p:nvSpPr>
          <p:cNvPr id="11" name="Stat label 3"/>
          <p:cNvSpPr txBox="1"/>
          <p:nvPr/>
        </p:nvSpPr>
        <p:spPr>
          <a:xfrm>
            <a:off x="411480" y="25603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600" dirty="0">
                <a:solidFill>
                  <a:schemeClr val="tx1"/>
                </a:solidFill>
              </a:rPr>
              <a:t>ثوانٍ لكل مشهد</a:t>
            </a:r>
            <a:endParaRPr lang="ar-EG" sz="1600" dirty="0"/>
          </a:p>
        </p:txBody>
      </p:sp>
      <p:sp>
        <p:nvSpPr>
          <p:cNvPr id="12" name="Info band"/>
          <p:cNvSpPr/>
          <p:nvPr/>
        </p:nvSpPr>
        <p:spPr>
          <a:xfrm>
            <a:off x="457200" y="3383280"/>
            <a:ext cx="8229600" cy="1188720"/>
          </a:xfrm>
          <a:prstGeom prst="roundRect">
            <a:avLst>
              <a:gd name="adj" fmla="val 9231"/>
            </a:avLst>
          </a:prstGeom>
          <a:solidFill>
            <a:schemeClr val="tx1"/>
          </a:solidFill>
          <a:ln/>
        </p:spPr>
      </p:sp>
      <p:sp>
        <p:nvSpPr>
          <p:cNvPr id="13" name="Owner icon bg"/>
          <p:cNvSpPr/>
          <p:nvPr/>
        </p:nvSpPr>
        <p:spPr>
          <a:xfrm>
            <a:off x="7955280" y="36576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Owner icon" descr="المسؤول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3794760"/>
            <a:ext cx="274320" cy="274320"/>
          </a:xfrm>
          <a:prstGeom prst="rect">
            <a:avLst/>
          </a:prstGeom>
        </p:spPr>
      </p:pic>
      <p:sp>
        <p:nvSpPr>
          <p:cNvPr id="15" name="Owner text"/>
          <p:cNvSpPr txBox="1"/>
          <p:nvPr/>
        </p:nvSpPr>
        <p:spPr>
          <a:xfrm>
            <a:off x="5029200" y="361188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EG" altLang="en-US" sz="1300" b="1" dirty="0">
                <a:solidFill>
                  <a:schemeClr val="accent1"/>
                </a:solidFill>
              </a:rPr>
              <a:t>المسؤولة عن التنفيذ</a:t>
            </a:r>
            <a:endParaRPr lang="ar-EG" sz="1300" dirty="0"/>
          </a:p>
          <a:p>
            <a:pPr algn="r" indent="0" marL="0">
              <a:buNone/>
            </a:pPr>
            <a:r>
              <a:rPr lang="ar-EG" altLang="en-US" sz="2000" b="1" dirty="0">
                <a:solidFill>
                  <a:schemeClr val="bg1"/>
                </a:solidFill>
              </a:rPr>
              <a:t>مريم</a:t>
            </a:r>
            <a:endParaRPr lang="ar-EG" sz="1300" dirty="0"/>
          </a:p>
        </p:txBody>
      </p:sp>
      <p:sp>
        <p:nvSpPr>
          <p:cNvPr id="16" name="Location icon bg"/>
          <p:cNvSpPr/>
          <p:nvPr/>
        </p:nvSpPr>
        <p:spPr>
          <a:xfrm>
            <a:off x="4480560" y="36576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Location icon" descr="المتحف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3794760"/>
            <a:ext cx="274320" cy="274320"/>
          </a:xfrm>
          <a:prstGeom prst="rect">
            <a:avLst/>
          </a:prstGeom>
        </p:spPr>
      </p:pic>
      <p:sp>
        <p:nvSpPr>
          <p:cNvPr id="18" name="Location text"/>
          <p:cNvSpPr txBox="1"/>
          <p:nvPr/>
        </p:nvSpPr>
        <p:spPr>
          <a:xfrm>
            <a:off x="640080" y="356616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EG" altLang="en-US" sz="1300" b="1" dirty="0">
                <a:solidFill>
                  <a:schemeClr val="accent1"/>
                </a:solidFill>
              </a:rPr>
              <a:t>مكان التصوير الثابت</a:t>
            </a:r>
            <a:endParaRPr lang="ar-EG" sz="1300" dirty="0"/>
          </a:p>
          <a:p>
            <a:pPr algn="r" indent="0" marL="0">
              <a:buNone/>
            </a:pPr>
            <a:r>
              <a:rPr lang="ar-EG" altLang="en-US" sz="1500" b="1" dirty="0">
                <a:solidFill>
                  <a:schemeClr val="bg1"/>
                </a:solidFill>
              </a:rPr>
              <a:t>حصرياً داخل قاعات المتحف المصري بالتحرير</a:t>
            </a:r>
            <a:endParaRPr lang="ar-EG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943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600" b="1" dirty="0">
                <a:solidFill>
                  <a:schemeClr val="tx1"/>
                </a:solidFill>
              </a:rPr>
              <a:t>الشخصيات والهوية البصرية</a:t>
            </a:r>
            <a:endParaRPr lang="ar-EG" sz="3600" dirty="0"/>
          </a:p>
        </p:txBody>
      </p:sp>
      <p:sp>
        <p:nvSpPr>
          <p:cNvPr id="3" name="Character card 1"/>
          <p:cNvSpPr/>
          <p:nvPr/>
        </p:nvSpPr>
        <p:spPr>
          <a:xfrm>
            <a:off x="6080760" y="1508760"/>
            <a:ext cx="2606040" cy="301752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4" name="Character icon bg 1"/>
          <p:cNvSpPr/>
          <p:nvPr/>
        </p:nvSpPr>
        <p:spPr>
          <a:xfrm>
            <a:off x="7818120" y="1737360"/>
            <a:ext cx="685800" cy="6858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5" name="Character icon 1" descr="آدم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78140" y="1897380"/>
            <a:ext cx="365760" cy="365760"/>
          </a:xfrm>
          <a:prstGeom prst="rect">
            <a:avLst/>
          </a:prstGeom>
        </p:spPr>
      </p:pic>
      <p:sp>
        <p:nvSpPr>
          <p:cNvPr id="6" name="Character name 1"/>
          <p:cNvSpPr txBox="1"/>
          <p:nvPr/>
        </p:nvSpPr>
        <p:spPr>
          <a:xfrm>
            <a:off x="6263640" y="25603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2600" b="1" dirty="0">
                <a:solidFill>
                  <a:schemeClr val="tx1"/>
                </a:solidFill>
              </a:rPr>
              <a:t>آدم</a:t>
            </a:r>
            <a:endParaRPr lang="ar-EG" sz="2600" dirty="0"/>
          </a:p>
        </p:txBody>
      </p:sp>
      <p:sp>
        <p:nvSpPr>
          <p:cNvPr id="7" name="Character role 1"/>
          <p:cNvSpPr txBox="1"/>
          <p:nvPr/>
        </p:nvSpPr>
        <p:spPr>
          <a:xfrm>
            <a:off x="6263640" y="30175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300" b="1" dirty="0">
                <a:solidFill>
                  <a:schemeClr val="tx2"/>
                </a:solidFill>
              </a:rPr>
              <a:t>البطل</a:t>
            </a:r>
            <a:endParaRPr lang="ar-EG" sz="1300" dirty="0"/>
          </a:p>
        </p:txBody>
      </p:sp>
      <p:sp>
        <p:nvSpPr>
          <p:cNvPr id="8" name="Character desc 1"/>
          <p:cNvSpPr txBox="1"/>
          <p:nvPr/>
        </p:nvSpPr>
        <p:spPr>
          <a:xfrm>
            <a:off x="6263640" y="338328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tx1"/>
                </a:solidFill>
              </a:rPr>
              <a:t>شاب مصري مرشد سياحي. شعر أسود قصير مرتب، قميص كلاسيكي بيج فاتح بأزرار، وبنطال بني كلاسيكي.</a:t>
            </a:r>
            <a:endParaRPr lang="ar-EG" sz="1400" dirty="0"/>
          </a:p>
        </p:txBody>
      </p:sp>
      <p:sp>
        <p:nvSpPr>
          <p:cNvPr id="9" name="Character card 2"/>
          <p:cNvSpPr/>
          <p:nvPr/>
        </p:nvSpPr>
        <p:spPr>
          <a:xfrm>
            <a:off x="3246120" y="1508760"/>
            <a:ext cx="2606040" cy="301752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10" name="Character icon bg 2"/>
          <p:cNvSpPr/>
          <p:nvPr/>
        </p:nvSpPr>
        <p:spPr>
          <a:xfrm>
            <a:off x="4983480" y="1737360"/>
            <a:ext cx="685800" cy="6858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1" name="Character icon 2" descr="الطفل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500" y="1897380"/>
            <a:ext cx="365760" cy="365760"/>
          </a:xfrm>
          <a:prstGeom prst="rect">
            <a:avLst/>
          </a:prstGeom>
        </p:spPr>
      </p:pic>
      <p:sp>
        <p:nvSpPr>
          <p:cNvPr id="12" name="Character name 2"/>
          <p:cNvSpPr txBox="1"/>
          <p:nvPr/>
        </p:nvSpPr>
        <p:spPr>
          <a:xfrm>
            <a:off x="3429000" y="25603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2600" b="1" dirty="0">
                <a:solidFill>
                  <a:schemeClr val="tx1"/>
                </a:solidFill>
              </a:rPr>
              <a:t>الطفل</a:t>
            </a:r>
            <a:endParaRPr lang="ar-EG" sz="2600" dirty="0"/>
          </a:p>
        </p:txBody>
      </p:sp>
      <p:sp>
        <p:nvSpPr>
          <p:cNvPr id="13" name="Character role 2"/>
          <p:cNvSpPr txBox="1"/>
          <p:nvPr/>
        </p:nvSpPr>
        <p:spPr>
          <a:xfrm>
            <a:off x="3429000" y="30175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300" b="1" dirty="0">
                <a:solidFill>
                  <a:schemeClr val="tx2"/>
                </a:solidFill>
              </a:rPr>
              <a:t>شكل ثابت لا يتغير</a:t>
            </a:r>
            <a:endParaRPr lang="ar-EG" sz="1300" dirty="0"/>
          </a:p>
        </p:txBody>
      </p:sp>
      <p:sp>
        <p:nvSpPr>
          <p:cNvPr id="14" name="Character desc 2"/>
          <p:cNvSpPr txBox="1"/>
          <p:nvPr/>
        </p:nvSpPr>
        <p:spPr>
          <a:xfrm>
            <a:off x="3429000" y="338328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tx1"/>
                </a:solidFill>
              </a:rPr>
              <a:t>طفل صغير بملامح مصرية بريئة وشعر غامق قصير ومرتب، يرتدي ملابس أطفال كاجوال.</a:t>
            </a:r>
            <a:endParaRPr lang="ar-EG" sz="1400" dirty="0"/>
          </a:p>
        </p:txBody>
      </p:sp>
      <p:sp>
        <p:nvSpPr>
          <p:cNvPr id="15" name="Character card 3"/>
          <p:cNvSpPr/>
          <p:nvPr/>
        </p:nvSpPr>
        <p:spPr>
          <a:xfrm>
            <a:off x="411480" y="1508760"/>
            <a:ext cx="2606040" cy="301752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16" name="Character icon bg 3"/>
          <p:cNvSpPr/>
          <p:nvPr/>
        </p:nvSpPr>
        <p:spPr>
          <a:xfrm>
            <a:off x="2148840" y="1737360"/>
            <a:ext cx="685800" cy="6858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7" name="Character icon 3" descr="السائح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8860" y="1897380"/>
            <a:ext cx="365760" cy="365760"/>
          </a:xfrm>
          <a:prstGeom prst="rect">
            <a:avLst/>
          </a:prstGeom>
        </p:spPr>
      </p:pic>
      <p:sp>
        <p:nvSpPr>
          <p:cNvPr id="18" name="Character name 3"/>
          <p:cNvSpPr txBox="1"/>
          <p:nvPr/>
        </p:nvSpPr>
        <p:spPr>
          <a:xfrm>
            <a:off x="594360" y="25603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2600" b="1" dirty="0">
                <a:solidFill>
                  <a:schemeClr val="tx1"/>
                </a:solidFill>
              </a:rPr>
              <a:t>السائح</a:t>
            </a:r>
            <a:endParaRPr lang="ar-EG" sz="2600" dirty="0"/>
          </a:p>
        </p:txBody>
      </p:sp>
      <p:sp>
        <p:nvSpPr>
          <p:cNvPr id="19" name="Character role 3"/>
          <p:cNvSpPr txBox="1"/>
          <p:nvPr/>
        </p:nvSpPr>
        <p:spPr>
          <a:xfrm>
            <a:off x="594360" y="30175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300" b="1" dirty="0">
                <a:solidFill>
                  <a:schemeClr val="tx2"/>
                </a:solidFill>
              </a:rPr>
              <a:t>زائر المتحف</a:t>
            </a:r>
            <a:endParaRPr lang="ar-EG" sz="1300" dirty="0"/>
          </a:p>
        </p:txBody>
      </p:sp>
      <p:sp>
        <p:nvSpPr>
          <p:cNvPr id="20" name="Character desc 3"/>
          <p:cNvSpPr txBox="1"/>
          <p:nvPr/>
        </p:nvSpPr>
        <p:spPr>
          <a:xfrm>
            <a:off x="594360" y="338328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tx1"/>
                </a:solidFill>
              </a:rPr>
              <a:t>سائح أجنبي مهتم بالآثار وتاريخها داخل المتحف.</a:t>
            </a:r>
            <a:endParaRPr lang="ar-EG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943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600" b="1" dirty="0">
                <a:solidFill>
                  <a:schemeClr val="tx1"/>
                </a:solidFill>
              </a:rPr>
              <a:t>خريطة الفصل الثاني</a:t>
            </a:r>
            <a:endParaRPr lang="ar-EG" sz="3600" dirty="0"/>
          </a:p>
        </p:txBody>
      </p:sp>
      <p:sp>
        <p:nvSpPr>
          <p:cNvPr id="3" name="Part card 1"/>
          <p:cNvSpPr/>
          <p:nvPr/>
        </p:nvSpPr>
        <p:spPr>
          <a:xfrm>
            <a:off x="6080760" y="1463040"/>
            <a:ext cx="260604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4" name="Part badge 1"/>
          <p:cNvSpPr/>
          <p:nvPr/>
        </p:nvSpPr>
        <p:spPr>
          <a:xfrm>
            <a:off x="8138160" y="1600200"/>
            <a:ext cx="411480" cy="41148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5" name="Part number 1"/>
          <p:cNvSpPr txBox="1"/>
          <p:nvPr/>
        </p:nvSpPr>
        <p:spPr>
          <a:xfrm>
            <a:off x="8138160" y="1600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Part time 1"/>
          <p:cNvSpPr txBox="1"/>
          <p:nvPr/>
        </p:nvSpPr>
        <p:spPr>
          <a:xfrm>
            <a:off x="6217920" y="16002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00:00 – 00:40</a:t>
            </a:r>
            <a:endParaRPr lang="en-US" sz="1200" dirty="0"/>
          </a:p>
        </p:txBody>
      </p:sp>
      <p:sp>
        <p:nvSpPr>
          <p:cNvPr id="7" name="Part title 1"/>
          <p:cNvSpPr txBox="1"/>
          <p:nvPr/>
        </p:nvSpPr>
        <p:spPr>
          <a:xfrm>
            <a:off x="6217920" y="208483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500" b="1" dirty="0">
                <a:solidFill>
                  <a:schemeClr val="tx1"/>
                </a:solidFill>
              </a:rPr>
              <a:t>البداية والترحيب</a:t>
            </a:r>
            <a:endParaRPr lang="ar-EG" sz="1500" dirty="0"/>
          </a:p>
        </p:txBody>
      </p:sp>
      <p:sp>
        <p:nvSpPr>
          <p:cNvPr id="8" name="Part scenes 1"/>
          <p:cNvSpPr txBox="1"/>
          <p:nvPr/>
        </p:nvSpPr>
        <p:spPr>
          <a:xfrm>
            <a:off x="6217920" y="262432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200" dirty="0">
                <a:solidFill>
                  <a:schemeClr val="accent5"/>
                </a:solidFill>
              </a:rPr>
              <a:t>المشاهد 1 – 4</a:t>
            </a:r>
            <a:endParaRPr lang="ar-EG" sz="1200" dirty="0"/>
          </a:p>
        </p:txBody>
      </p:sp>
      <p:sp>
        <p:nvSpPr>
          <p:cNvPr id="9" name="Part card 2"/>
          <p:cNvSpPr/>
          <p:nvPr/>
        </p:nvSpPr>
        <p:spPr>
          <a:xfrm>
            <a:off x="3246120" y="1463040"/>
            <a:ext cx="260604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10" name="Part badge 2"/>
          <p:cNvSpPr/>
          <p:nvPr/>
        </p:nvSpPr>
        <p:spPr>
          <a:xfrm>
            <a:off x="5303520" y="1600200"/>
            <a:ext cx="411480" cy="41148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1" name="Part number 2"/>
          <p:cNvSpPr txBox="1"/>
          <p:nvPr/>
        </p:nvSpPr>
        <p:spPr>
          <a:xfrm>
            <a:off x="5303520" y="1600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Part time 2"/>
          <p:cNvSpPr txBox="1"/>
          <p:nvPr/>
        </p:nvSpPr>
        <p:spPr>
          <a:xfrm>
            <a:off x="3383280" y="16002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00:40 – 01:20</a:t>
            </a:r>
            <a:endParaRPr lang="en-US" sz="1200" dirty="0"/>
          </a:p>
        </p:txBody>
      </p:sp>
      <p:sp>
        <p:nvSpPr>
          <p:cNvPr id="13" name="Part title 2"/>
          <p:cNvSpPr txBox="1"/>
          <p:nvPr/>
        </p:nvSpPr>
        <p:spPr>
          <a:xfrm>
            <a:off x="3383280" y="208483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500" b="1" dirty="0">
                <a:solidFill>
                  <a:schemeClr val="tx1"/>
                </a:solidFill>
              </a:rPr>
              <a:t>الجولة وسؤال السائح</a:t>
            </a:r>
            <a:endParaRPr lang="ar-EG" sz="1500" dirty="0"/>
          </a:p>
        </p:txBody>
      </p:sp>
      <p:sp>
        <p:nvSpPr>
          <p:cNvPr id="14" name="Part scenes 2"/>
          <p:cNvSpPr txBox="1"/>
          <p:nvPr/>
        </p:nvSpPr>
        <p:spPr>
          <a:xfrm>
            <a:off x="3383280" y="262432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200" dirty="0">
                <a:solidFill>
                  <a:schemeClr val="accent5"/>
                </a:solidFill>
              </a:rPr>
              <a:t>المشاهد 5 – 8</a:t>
            </a:r>
            <a:endParaRPr lang="ar-EG" sz="1200" dirty="0"/>
          </a:p>
        </p:txBody>
      </p:sp>
      <p:sp>
        <p:nvSpPr>
          <p:cNvPr id="15" name="Part card 3"/>
          <p:cNvSpPr/>
          <p:nvPr/>
        </p:nvSpPr>
        <p:spPr>
          <a:xfrm>
            <a:off x="411480" y="1463040"/>
            <a:ext cx="260604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16" name="Part badge 3"/>
          <p:cNvSpPr/>
          <p:nvPr/>
        </p:nvSpPr>
        <p:spPr>
          <a:xfrm>
            <a:off x="2468880" y="1600200"/>
            <a:ext cx="411480" cy="41148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7" name="Part number 3"/>
          <p:cNvSpPr txBox="1"/>
          <p:nvPr/>
        </p:nvSpPr>
        <p:spPr>
          <a:xfrm>
            <a:off x="2468880" y="1600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Part time 3"/>
          <p:cNvSpPr txBox="1"/>
          <p:nvPr/>
        </p:nvSpPr>
        <p:spPr>
          <a:xfrm>
            <a:off x="548640" y="16002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01:20 – 02:00</a:t>
            </a:r>
            <a:endParaRPr lang="en-US" sz="1200" dirty="0"/>
          </a:p>
        </p:txBody>
      </p:sp>
      <p:sp>
        <p:nvSpPr>
          <p:cNvPr id="19" name="Part title 3"/>
          <p:cNvSpPr txBox="1"/>
          <p:nvPr/>
        </p:nvSpPr>
        <p:spPr>
          <a:xfrm>
            <a:off x="548640" y="208483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500" b="1" dirty="0">
                <a:solidFill>
                  <a:schemeClr val="tx1"/>
                </a:solidFill>
              </a:rPr>
              <a:t>ظهور الطفل والحيرة</a:t>
            </a:r>
            <a:endParaRPr lang="ar-EG" sz="1500" dirty="0"/>
          </a:p>
        </p:txBody>
      </p:sp>
      <p:sp>
        <p:nvSpPr>
          <p:cNvPr id="20" name="Part scenes 3"/>
          <p:cNvSpPr txBox="1"/>
          <p:nvPr/>
        </p:nvSpPr>
        <p:spPr>
          <a:xfrm>
            <a:off x="548640" y="262432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200" dirty="0">
                <a:solidFill>
                  <a:schemeClr val="accent5"/>
                </a:solidFill>
              </a:rPr>
              <a:t>المشاهد 9 – 12</a:t>
            </a:r>
            <a:endParaRPr lang="ar-EG" sz="1200" dirty="0"/>
          </a:p>
        </p:txBody>
      </p:sp>
      <p:sp>
        <p:nvSpPr>
          <p:cNvPr id="21" name="Part card 4"/>
          <p:cNvSpPr/>
          <p:nvPr/>
        </p:nvSpPr>
        <p:spPr>
          <a:xfrm>
            <a:off x="6080760" y="3154680"/>
            <a:ext cx="260604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22" name="Part badge 4"/>
          <p:cNvSpPr/>
          <p:nvPr/>
        </p:nvSpPr>
        <p:spPr>
          <a:xfrm>
            <a:off x="8138160" y="3291840"/>
            <a:ext cx="411480" cy="41148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3" name="Part number 4"/>
          <p:cNvSpPr txBox="1"/>
          <p:nvPr/>
        </p:nvSpPr>
        <p:spPr>
          <a:xfrm>
            <a:off x="8138160" y="3291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4" name="Part time 4"/>
          <p:cNvSpPr txBox="1"/>
          <p:nvPr/>
        </p:nvSpPr>
        <p:spPr>
          <a:xfrm>
            <a:off x="6217920" y="32918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02:00 – 02:40</a:t>
            </a:r>
            <a:endParaRPr lang="en-US" sz="1200" dirty="0"/>
          </a:p>
        </p:txBody>
      </p:sp>
      <p:sp>
        <p:nvSpPr>
          <p:cNvPr id="25" name="Part title 4"/>
          <p:cNvSpPr txBox="1"/>
          <p:nvPr/>
        </p:nvSpPr>
        <p:spPr>
          <a:xfrm>
            <a:off x="6217920" y="377647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500" b="1" dirty="0">
                <a:solidFill>
                  <a:schemeClr val="tx1"/>
                </a:solidFill>
              </a:rPr>
              <a:t>إجابة الوعي والانصراف</a:t>
            </a:r>
            <a:endParaRPr lang="ar-EG" sz="1500" dirty="0"/>
          </a:p>
        </p:txBody>
      </p:sp>
      <p:sp>
        <p:nvSpPr>
          <p:cNvPr id="26" name="Part scenes 4"/>
          <p:cNvSpPr txBox="1"/>
          <p:nvPr/>
        </p:nvSpPr>
        <p:spPr>
          <a:xfrm>
            <a:off x="6217920" y="431596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200" dirty="0">
                <a:solidFill>
                  <a:schemeClr val="accent5"/>
                </a:solidFill>
              </a:rPr>
              <a:t>المشاهد 13 – 16</a:t>
            </a:r>
            <a:endParaRPr lang="ar-EG" sz="1200" dirty="0"/>
          </a:p>
        </p:txBody>
      </p:sp>
      <p:sp>
        <p:nvSpPr>
          <p:cNvPr id="27" name="Part card 5"/>
          <p:cNvSpPr/>
          <p:nvPr/>
        </p:nvSpPr>
        <p:spPr>
          <a:xfrm>
            <a:off x="3246120" y="3154680"/>
            <a:ext cx="260604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28" name="Part badge 5"/>
          <p:cNvSpPr/>
          <p:nvPr/>
        </p:nvSpPr>
        <p:spPr>
          <a:xfrm>
            <a:off x="5303520" y="3291840"/>
            <a:ext cx="411480" cy="41148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9" name="Part number 5"/>
          <p:cNvSpPr txBox="1"/>
          <p:nvPr/>
        </p:nvSpPr>
        <p:spPr>
          <a:xfrm>
            <a:off x="5303520" y="3291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30" name="Part time 5"/>
          <p:cNvSpPr txBox="1"/>
          <p:nvPr/>
        </p:nvSpPr>
        <p:spPr>
          <a:xfrm>
            <a:off x="3383280" y="32918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02:40 – 03:20</a:t>
            </a:r>
            <a:endParaRPr lang="en-US" sz="1200" dirty="0"/>
          </a:p>
        </p:txBody>
      </p:sp>
      <p:sp>
        <p:nvSpPr>
          <p:cNvPr id="31" name="Part title 5"/>
          <p:cNvSpPr txBox="1"/>
          <p:nvPr/>
        </p:nvSpPr>
        <p:spPr>
          <a:xfrm>
            <a:off x="3383280" y="377647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500" b="1" dirty="0">
                <a:solidFill>
                  <a:schemeClr val="tx1"/>
                </a:solidFill>
              </a:rPr>
              <a:t>المونتاج الفكري والسؤال الجوهري</a:t>
            </a:r>
            <a:endParaRPr lang="ar-EG" sz="1500" dirty="0"/>
          </a:p>
        </p:txBody>
      </p:sp>
      <p:sp>
        <p:nvSpPr>
          <p:cNvPr id="32" name="Part scenes 5"/>
          <p:cNvSpPr txBox="1"/>
          <p:nvPr/>
        </p:nvSpPr>
        <p:spPr>
          <a:xfrm>
            <a:off x="3383280" y="431596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200" dirty="0">
                <a:solidFill>
                  <a:schemeClr val="accent5"/>
                </a:solidFill>
              </a:rPr>
              <a:t>المشاهد 17 – 20</a:t>
            </a:r>
            <a:endParaRPr lang="ar-EG" sz="1200" dirty="0"/>
          </a:p>
        </p:txBody>
      </p:sp>
      <p:sp>
        <p:nvSpPr>
          <p:cNvPr id="33" name="Part card 6"/>
          <p:cNvSpPr/>
          <p:nvPr/>
        </p:nvSpPr>
        <p:spPr>
          <a:xfrm>
            <a:off x="411480" y="3154680"/>
            <a:ext cx="260604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34" name="Part badge 6"/>
          <p:cNvSpPr/>
          <p:nvPr/>
        </p:nvSpPr>
        <p:spPr>
          <a:xfrm>
            <a:off x="2468880" y="3291840"/>
            <a:ext cx="411480" cy="41148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5" name="Part number 6"/>
          <p:cNvSpPr txBox="1"/>
          <p:nvPr/>
        </p:nvSpPr>
        <p:spPr>
          <a:xfrm>
            <a:off x="2468880" y="3291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36" name="Part time 6"/>
          <p:cNvSpPr txBox="1"/>
          <p:nvPr/>
        </p:nvSpPr>
        <p:spPr>
          <a:xfrm>
            <a:off x="548640" y="32918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03:20 – 03:40</a:t>
            </a:r>
            <a:endParaRPr lang="en-US" sz="1200" dirty="0"/>
          </a:p>
        </p:txBody>
      </p:sp>
      <p:sp>
        <p:nvSpPr>
          <p:cNvPr id="37" name="Part title 6"/>
          <p:cNvSpPr txBox="1"/>
          <p:nvPr/>
        </p:nvSpPr>
        <p:spPr>
          <a:xfrm>
            <a:off x="548640" y="377647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500" b="1" dirty="0">
                <a:solidFill>
                  <a:schemeClr val="tx1"/>
                </a:solidFill>
              </a:rPr>
              <a:t>الختام والرسالة</a:t>
            </a:r>
            <a:endParaRPr lang="ar-EG" sz="1500" dirty="0"/>
          </a:p>
        </p:txBody>
      </p:sp>
      <p:sp>
        <p:nvSpPr>
          <p:cNvPr id="38" name="Part scenes 6"/>
          <p:cNvSpPr txBox="1"/>
          <p:nvPr/>
        </p:nvSpPr>
        <p:spPr>
          <a:xfrm>
            <a:off x="548640" y="431596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200" dirty="0">
                <a:solidFill>
                  <a:schemeClr val="accent5"/>
                </a:solidFill>
              </a:rPr>
              <a:t>المشاهد 21 – 22</a:t>
            </a:r>
            <a:endParaRPr lang="ar-EG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t tag"/>
          <p:cNvSpPr txBox="1"/>
          <p:nvPr/>
        </p:nvSpPr>
        <p:spPr>
          <a:xfrm>
            <a:off x="32004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300" b="1" dirty="0">
                <a:solidFill>
                  <a:schemeClr val="tx2"/>
                </a:solidFill>
              </a:rPr>
              <a:t>الجزء 1 · البداية والترحيب</a:t>
            </a:r>
            <a:endParaRPr lang="ar-EG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600" b="1" dirty="0">
                <a:solidFill>
                  <a:schemeClr val="tx1"/>
                </a:solidFill>
              </a:rPr>
              <a:t>المشهد 1</a:t>
            </a:r>
            <a:endParaRPr lang="ar-EG" sz="3600" dirty="0"/>
          </a:p>
        </p:txBody>
      </p:sp>
      <p:sp>
        <p:nvSpPr>
          <p:cNvPr id="4" name="Time chip"/>
          <p:cNvSpPr/>
          <p:nvPr/>
        </p:nvSpPr>
        <p:spPr>
          <a:xfrm>
            <a:off x="457200" y="713232"/>
            <a:ext cx="1737360" cy="45720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/>
        </p:spPr>
      </p:sp>
      <p:sp>
        <p:nvSpPr>
          <p:cNvPr id="5" name="Time text"/>
          <p:cNvSpPr txBox="1"/>
          <p:nvPr/>
        </p:nvSpPr>
        <p:spPr>
          <a:xfrm>
            <a:off x="457200" y="71323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00:00 – 00:10</a:t>
            </a:r>
            <a:endParaRPr lang="en-US" sz="1500" dirty="0"/>
          </a:p>
        </p:txBody>
      </p:sp>
      <p:sp>
        <p:nvSpPr>
          <p:cNvPr id="6" name="Action card"/>
          <p:cNvSpPr/>
          <p:nvPr/>
        </p:nvSpPr>
        <p:spPr>
          <a:xfrm>
            <a:off x="457200" y="1508760"/>
            <a:ext cx="822960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7" name="Action icon bg"/>
          <p:cNvSpPr/>
          <p:nvPr/>
        </p:nvSpPr>
        <p:spPr>
          <a:xfrm>
            <a:off x="7818120" y="178308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8" name="Action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73568" y="1938528"/>
            <a:ext cx="329184" cy="329184"/>
          </a:xfrm>
          <a:prstGeom prst="rect">
            <a:avLst/>
          </a:prstGeom>
        </p:spPr>
      </p:pic>
      <p:sp>
        <p:nvSpPr>
          <p:cNvPr id="9" name="Action text"/>
          <p:cNvSpPr txBox="1"/>
          <p:nvPr/>
        </p:nvSpPr>
        <p:spPr>
          <a:xfrm>
            <a:off x="685800" y="1618488"/>
            <a:ext cx="69494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spcAft>
                <a:spcPts val="400"/>
              </a:spcAft>
              <a:buNone/>
            </a:pPr>
            <a:r>
              <a:rPr lang="ar-EG" altLang="en-US" sz="1200" b="1" dirty="0">
                <a:solidFill>
                  <a:schemeClr val="tx2"/>
                </a:solidFill>
              </a:rPr>
              <a:t>الصورة والحدث</a:t>
            </a:r>
            <a:endParaRPr lang="ar-EG" sz="1200" dirty="0"/>
          </a:p>
          <a:p>
            <a:pPr algn="r" indent="0" marL="0">
              <a:spcAft>
                <a:spcPts val="400"/>
              </a:spcAft>
              <a:buNone/>
            </a:pPr>
            <a:r>
              <a:rPr lang="ar-EG" altLang="en-US" sz="1600" dirty="0">
                <a:solidFill>
                  <a:schemeClr val="tx1"/>
                </a:solidFill>
              </a:rPr>
              <a:t>شاشة سوداء تماماً داخل أجواء المتحف المظلمة. يتحرك حجر أثري ببطء في الظلام ليظهر جزء من وجه تمثال مصري قديم تحت إضاءة خافتة بالمتحف.</a:t>
            </a:r>
            <a:endParaRPr lang="ar-EG" sz="1200" dirty="0"/>
          </a:p>
        </p:txBody>
      </p:sp>
      <p:sp>
        <p:nvSpPr>
          <p:cNvPr id="10" name="Audio card 1"/>
          <p:cNvSpPr/>
          <p:nvPr/>
        </p:nvSpPr>
        <p:spPr>
          <a:xfrm>
            <a:off x="457200" y="3063240"/>
            <a:ext cx="8229600" cy="1371600"/>
          </a:xfrm>
          <a:prstGeom prst="roundRect">
            <a:avLst>
              <a:gd name="adj" fmla="val 8000"/>
            </a:avLst>
          </a:prstGeom>
          <a:solidFill>
            <a:schemeClr val="tx1"/>
          </a:solidFill>
          <a:ln/>
        </p:spPr>
      </p:sp>
      <p:pic>
        <p:nvPicPr>
          <p:cNvPr id="11" name="Quote icon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3246120"/>
            <a:ext cx="256032" cy="256032"/>
          </a:xfrm>
          <a:prstGeom prst="rect">
            <a:avLst/>
          </a:prstGeom>
        </p:spPr>
      </p:pic>
      <p:sp>
        <p:nvSpPr>
          <p:cNvPr id="12" name="Speaker 1"/>
          <p:cNvSpPr txBox="1"/>
          <p:nvPr/>
        </p:nvSpPr>
        <p:spPr>
          <a:xfrm>
            <a:off x="685800" y="3200400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300" b="1" dirty="0">
                <a:solidFill>
                  <a:schemeClr val="accent1"/>
                </a:solidFill>
              </a:rPr>
              <a:t>صوت طفل هادئ</a:t>
            </a:r>
            <a:endParaRPr lang="ar-EG" sz="1300" dirty="0"/>
          </a:p>
        </p:txBody>
      </p:sp>
      <p:sp>
        <p:nvSpPr>
          <p:cNvPr id="13" name="Dialogue 1"/>
          <p:cNvSpPr txBox="1"/>
          <p:nvPr/>
        </p:nvSpPr>
        <p:spPr>
          <a:xfrm>
            <a:off x="685800" y="3593592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2000" dirty="0">
                <a:solidFill>
                  <a:schemeClr val="bg1"/>
                </a:solidFill>
              </a:rPr>
              <a:t>«يا عمو... هو لو محدش حكى حكايتنا، هنفضل موجودين؟»</a:t>
            </a:r>
            <a:endParaRPr lang="ar-EG" sz="2000" dirty="0"/>
          </a:p>
        </p:txBody>
      </p:sp>
      <p:sp>
        <p:nvSpPr>
          <p:cNvPr id="14" name="Progress dot 1"/>
          <p:cNvSpPr/>
          <p:nvPr/>
        </p:nvSpPr>
        <p:spPr>
          <a:xfrm>
            <a:off x="2203704" y="4681728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Progress dot 2"/>
          <p:cNvSpPr/>
          <p:nvPr/>
        </p:nvSpPr>
        <p:spPr>
          <a:xfrm>
            <a:off x="2423160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16" name="Progress dot 3"/>
          <p:cNvSpPr/>
          <p:nvPr/>
        </p:nvSpPr>
        <p:spPr>
          <a:xfrm>
            <a:off x="2642616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17" name="Progress dot 4"/>
          <p:cNvSpPr/>
          <p:nvPr/>
        </p:nvSpPr>
        <p:spPr>
          <a:xfrm>
            <a:off x="2862072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18" name="Progress dot 5"/>
          <p:cNvSpPr/>
          <p:nvPr/>
        </p:nvSpPr>
        <p:spPr>
          <a:xfrm>
            <a:off x="3081528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19" name="Progress dot 6"/>
          <p:cNvSpPr/>
          <p:nvPr/>
        </p:nvSpPr>
        <p:spPr>
          <a:xfrm>
            <a:off x="3300984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0" name="Progress dot 7"/>
          <p:cNvSpPr/>
          <p:nvPr/>
        </p:nvSpPr>
        <p:spPr>
          <a:xfrm>
            <a:off x="3520440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1" name="Progress dot 8"/>
          <p:cNvSpPr/>
          <p:nvPr/>
        </p:nvSpPr>
        <p:spPr>
          <a:xfrm>
            <a:off x="3739896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2" name="Progress dot 9"/>
          <p:cNvSpPr/>
          <p:nvPr/>
        </p:nvSpPr>
        <p:spPr>
          <a:xfrm>
            <a:off x="3959352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3" name="Progress dot 10"/>
          <p:cNvSpPr/>
          <p:nvPr/>
        </p:nvSpPr>
        <p:spPr>
          <a:xfrm>
            <a:off x="4178808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4" name="Progress dot 11"/>
          <p:cNvSpPr/>
          <p:nvPr/>
        </p:nvSpPr>
        <p:spPr>
          <a:xfrm>
            <a:off x="4398264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5" name="Progress dot 12"/>
          <p:cNvSpPr/>
          <p:nvPr/>
        </p:nvSpPr>
        <p:spPr>
          <a:xfrm>
            <a:off x="4617720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6" name="Progress dot 13"/>
          <p:cNvSpPr/>
          <p:nvPr/>
        </p:nvSpPr>
        <p:spPr>
          <a:xfrm>
            <a:off x="4837176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7" name="Progress dot 14"/>
          <p:cNvSpPr/>
          <p:nvPr/>
        </p:nvSpPr>
        <p:spPr>
          <a:xfrm>
            <a:off x="5056632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8" name="Progress dot 15"/>
          <p:cNvSpPr/>
          <p:nvPr/>
        </p:nvSpPr>
        <p:spPr>
          <a:xfrm>
            <a:off x="5276088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9" name="Progress dot 16"/>
          <p:cNvSpPr/>
          <p:nvPr/>
        </p:nvSpPr>
        <p:spPr>
          <a:xfrm>
            <a:off x="5495544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30" name="Progress dot 17"/>
          <p:cNvSpPr/>
          <p:nvPr/>
        </p:nvSpPr>
        <p:spPr>
          <a:xfrm>
            <a:off x="5715000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31" name="Progress dot 18"/>
          <p:cNvSpPr/>
          <p:nvPr/>
        </p:nvSpPr>
        <p:spPr>
          <a:xfrm>
            <a:off x="5934456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32" name="Progress dot 19"/>
          <p:cNvSpPr/>
          <p:nvPr/>
        </p:nvSpPr>
        <p:spPr>
          <a:xfrm>
            <a:off x="6153912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33" name="Progress dot 20"/>
          <p:cNvSpPr/>
          <p:nvPr/>
        </p:nvSpPr>
        <p:spPr>
          <a:xfrm>
            <a:off x="6373368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34" name="Progress dot 21"/>
          <p:cNvSpPr/>
          <p:nvPr/>
        </p:nvSpPr>
        <p:spPr>
          <a:xfrm>
            <a:off x="6592824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35" name="Progress dot 22"/>
          <p:cNvSpPr/>
          <p:nvPr/>
        </p:nvSpPr>
        <p:spPr>
          <a:xfrm>
            <a:off x="6812280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t tag"/>
          <p:cNvSpPr txBox="1"/>
          <p:nvPr/>
        </p:nvSpPr>
        <p:spPr>
          <a:xfrm>
            <a:off x="32004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300" b="1" dirty="0">
                <a:solidFill>
                  <a:schemeClr val="tx2"/>
                </a:solidFill>
              </a:rPr>
              <a:t>الجزء 1 · البداية والترحيب</a:t>
            </a:r>
            <a:endParaRPr lang="ar-EG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600" b="1" dirty="0">
                <a:solidFill>
                  <a:schemeClr val="tx1"/>
                </a:solidFill>
              </a:rPr>
              <a:t>المشهد 2</a:t>
            </a:r>
            <a:endParaRPr lang="ar-EG" sz="3600" dirty="0"/>
          </a:p>
        </p:txBody>
      </p:sp>
      <p:sp>
        <p:nvSpPr>
          <p:cNvPr id="4" name="Time chip"/>
          <p:cNvSpPr/>
          <p:nvPr/>
        </p:nvSpPr>
        <p:spPr>
          <a:xfrm>
            <a:off x="457200" y="713232"/>
            <a:ext cx="1737360" cy="45720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/>
        </p:spPr>
      </p:sp>
      <p:sp>
        <p:nvSpPr>
          <p:cNvPr id="5" name="Time text"/>
          <p:cNvSpPr txBox="1"/>
          <p:nvPr/>
        </p:nvSpPr>
        <p:spPr>
          <a:xfrm>
            <a:off x="457200" y="71323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00:10 – 00:20</a:t>
            </a:r>
            <a:endParaRPr lang="en-US" sz="1500" dirty="0"/>
          </a:p>
        </p:txBody>
      </p:sp>
      <p:sp>
        <p:nvSpPr>
          <p:cNvPr id="6" name="Action card"/>
          <p:cNvSpPr/>
          <p:nvPr/>
        </p:nvSpPr>
        <p:spPr>
          <a:xfrm>
            <a:off x="457200" y="1508760"/>
            <a:ext cx="822960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7" name="Action icon bg"/>
          <p:cNvSpPr/>
          <p:nvPr/>
        </p:nvSpPr>
        <p:spPr>
          <a:xfrm>
            <a:off x="7818120" y="178308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8" name="Action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73568" y="1938528"/>
            <a:ext cx="329184" cy="329184"/>
          </a:xfrm>
          <a:prstGeom prst="rect">
            <a:avLst/>
          </a:prstGeom>
        </p:spPr>
      </p:pic>
      <p:sp>
        <p:nvSpPr>
          <p:cNvPr id="9" name="Action text"/>
          <p:cNvSpPr txBox="1"/>
          <p:nvPr/>
        </p:nvSpPr>
        <p:spPr>
          <a:xfrm>
            <a:off x="685800" y="1618488"/>
            <a:ext cx="69494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spcAft>
                <a:spcPts val="400"/>
              </a:spcAft>
              <a:buNone/>
            </a:pPr>
            <a:r>
              <a:rPr lang="ar-EG" altLang="en-US" sz="1200" b="1" dirty="0">
                <a:solidFill>
                  <a:schemeClr val="tx2"/>
                </a:solidFill>
              </a:rPr>
              <a:t>الصورة والحدث</a:t>
            </a:r>
            <a:endParaRPr lang="ar-EG" sz="1200" dirty="0"/>
          </a:p>
          <a:p>
            <a:pPr algn="r" indent="0" marL="0">
              <a:spcAft>
                <a:spcPts val="400"/>
              </a:spcAft>
              <a:buNone/>
            </a:pPr>
            <a:r>
              <a:rPr lang="ar-EG" altLang="en-US" sz="1600" dirty="0">
                <a:solidFill>
                  <a:schemeClr val="tx1"/>
                </a:solidFill>
              </a:rPr>
              <a:t>قطع سريع من وجه التمثال إلى عين التمثال، ثم إلى عين آدم بقميصه البيج وشعره الأسود المرتب وهو ينظر بثقل المسؤولية.</a:t>
            </a:r>
            <a:endParaRPr lang="ar-EG" sz="1200" dirty="0"/>
          </a:p>
        </p:txBody>
      </p:sp>
      <p:sp>
        <p:nvSpPr>
          <p:cNvPr id="10" name="Audio card 1"/>
          <p:cNvSpPr/>
          <p:nvPr/>
        </p:nvSpPr>
        <p:spPr>
          <a:xfrm>
            <a:off x="457200" y="3063240"/>
            <a:ext cx="8229600" cy="1371600"/>
          </a:xfrm>
          <a:prstGeom prst="roundRect">
            <a:avLst>
              <a:gd name="adj" fmla="val 8000"/>
            </a:avLst>
          </a:prstGeom>
          <a:solidFill>
            <a:schemeClr val="tx1"/>
          </a:solidFill>
          <a:ln/>
        </p:spPr>
      </p:sp>
      <p:pic>
        <p:nvPicPr>
          <p:cNvPr id="11" name="Quote icon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3246120"/>
            <a:ext cx="256032" cy="256032"/>
          </a:xfrm>
          <a:prstGeom prst="rect">
            <a:avLst/>
          </a:prstGeom>
        </p:spPr>
      </p:pic>
      <p:sp>
        <p:nvSpPr>
          <p:cNvPr id="12" name="Speaker 1"/>
          <p:cNvSpPr txBox="1"/>
          <p:nvPr/>
        </p:nvSpPr>
        <p:spPr>
          <a:xfrm>
            <a:off x="685800" y="3200400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300" b="1" dirty="0">
                <a:solidFill>
                  <a:schemeClr val="accent1"/>
                </a:solidFill>
              </a:rPr>
              <a:t>تعليق آدم الصوتي</a:t>
            </a:r>
            <a:endParaRPr lang="ar-EG" sz="1300" dirty="0"/>
          </a:p>
        </p:txBody>
      </p:sp>
      <p:sp>
        <p:nvSpPr>
          <p:cNvPr id="13" name="Dialogue 1"/>
          <p:cNvSpPr txBox="1"/>
          <p:nvPr/>
        </p:nvSpPr>
        <p:spPr>
          <a:xfrm>
            <a:off x="685800" y="3593592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2000" dirty="0">
                <a:solidFill>
                  <a:schemeClr val="bg1"/>
                </a:solidFill>
              </a:rPr>
              <a:t>«آلاف السنين والناس دي لسه بتبص لنا من ورا الزمن...»</a:t>
            </a:r>
            <a:endParaRPr lang="ar-EG" sz="2000" dirty="0"/>
          </a:p>
        </p:txBody>
      </p:sp>
      <p:sp>
        <p:nvSpPr>
          <p:cNvPr id="14" name="Progress dot 1"/>
          <p:cNvSpPr/>
          <p:nvPr/>
        </p:nvSpPr>
        <p:spPr>
          <a:xfrm>
            <a:off x="2203704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15" name="Progress dot 2"/>
          <p:cNvSpPr/>
          <p:nvPr/>
        </p:nvSpPr>
        <p:spPr>
          <a:xfrm>
            <a:off x="2423160" y="4681728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Progress dot 3"/>
          <p:cNvSpPr/>
          <p:nvPr/>
        </p:nvSpPr>
        <p:spPr>
          <a:xfrm>
            <a:off x="2642616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17" name="Progress dot 4"/>
          <p:cNvSpPr/>
          <p:nvPr/>
        </p:nvSpPr>
        <p:spPr>
          <a:xfrm>
            <a:off x="2862072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18" name="Progress dot 5"/>
          <p:cNvSpPr/>
          <p:nvPr/>
        </p:nvSpPr>
        <p:spPr>
          <a:xfrm>
            <a:off x="3081528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19" name="Progress dot 6"/>
          <p:cNvSpPr/>
          <p:nvPr/>
        </p:nvSpPr>
        <p:spPr>
          <a:xfrm>
            <a:off x="3300984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0" name="Progress dot 7"/>
          <p:cNvSpPr/>
          <p:nvPr/>
        </p:nvSpPr>
        <p:spPr>
          <a:xfrm>
            <a:off x="3520440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1" name="Progress dot 8"/>
          <p:cNvSpPr/>
          <p:nvPr/>
        </p:nvSpPr>
        <p:spPr>
          <a:xfrm>
            <a:off x="3739896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2" name="Progress dot 9"/>
          <p:cNvSpPr/>
          <p:nvPr/>
        </p:nvSpPr>
        <p:spPr>
          <a:xfrm>
            <a:off x="3959352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3" name="Progress dot 10"/>
          <p:cNvSpPr/>
          <p:nvPr/>
        </p:nvSpPr>
        <p:spPr>
          <a:xfrm>
            <a:off x="4178808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4" name="Progress dot 11"/>
          <p:cNvSpPr/>
          <p:nvPr/>
        </p:nvSpPr>
        <p:spPr>
          <a:xfrm>
            <a:off x="4398264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5" name="Progress dot 12"/>
          <p:cNvSpPr/>
          <p:nvPr/>
        </p:nvSpPr>
        <p:spPr>
          <a:xfrm>
            <a:off x="4617720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6" name="Progress dot 13"/>
          <p:cNvSpPr/>
          <p:nvPr/>
        </p:nvSpPr>
        <p:spPr>
          <a:xfrm>
            <a:off x="4837176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7" name="Progress dot 14"/>
          <p:cNvSpPr/>
          <p:nvPr/>
        </p:nvSpPr>
        <p:spPr>
          <a:xfrm>
            <a:off x="5056632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8" name="Progress dot 15"/>
          <p:cNvSpPr/>
          <p:nvPr/>
        </p:nvSpPr>
        <p:spPr>
          <a:xfrm>
            <a:off x="5276088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9" name="Progress dot 16"/>
          <p:cNvSpPr/>
          <p:nvPr/>
        </p:nvSpPr>
        <p:spPr>
          <a:xfrm>
            <a:off x="5495544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30" name="Progress dot 17"/>
          <p:cNvSpPr/>
          <p:nvPr/>
        </p:nvSpPr>
        <p:spPr>
          <a:xfrm>
            <a:off x="5715000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31" name="Progress dot 18"/>
          <p:cNvSpPr/>
          <p:nvPr/>
        </p:nvSpPr>
        <p:spPr>
          <a:xfrm>
            <a:off x="5934456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32" name="Progress dot 19"/>
          <p:cNvSpPr/>
          <p:nvPr/>
        </p:nvSpPr>
        <p:spPr>
          <a:xfrm>
            <a:off x="6153912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33" name="Progress dot 20"/>
          <p:cNvSpPr/>
          <p:nvPr/>
        </p:nvSpPr>
        <p:spPr>
          <a:xfrm>
            <a:off x="6373368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34" name="Progress dot 21"/>
          <p:cNvSpPr/>
          <p:nvPr/>
        </p:nvSpPr>
        <p:spPr>
          <a:xfrm>
            <a:off x="6592824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35" name="Progress dot 22"/>
          <p:cNvSpPr/>
          <p:nvPr/>
        </p:nvSpPr>
        <p:spPr>
          <a:xfrm>
            <a:off x="6812280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t tag"/>
          <p:cNvSpPr txBox="1"/>
          <p:nvPr/>
        </p:nvSpPr>
        <p:spPr>
          <a:xfrm>
            <a:off x="32004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300" b="1" dirty="0">
                <a:solidFill>
                  <a:schemeClr val="tx2"/>
                </a:solidFill>
              </a:rPr>
              <a:t>الجزء 1 · البداية والترحيب</a:t>
            </a:r>
            <a:endParaRPr lang="ar-EG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600" b="1" dirty="0">
                <a:solidFill>
                  <a:schemeClr val="tx1"/>
                </a:solidFill>
              </a:rPr>
              <a:t>المشهد 3</a:t>
            </a:r>
            <a:endParaRPr lang="ar-EG" sz="3600" dirty="0"/>
          </a:p>
        </p:txBody>
      </p:sp>
      <p:sp>
        <p:nvSpPr>
          <p:cNvPr id="4" name="Time chip"/>
          <p:cNvSpPr/>
          <p:nvPr/>
        </p:nvSpPr>
        <p:spPr>
          <a:xfrm>
            <a:off x="457200" y="713232"/>
            <a:ext cx="1737360" cy="45720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/>
        </p:spPr>
      </p:sp>
      <p:sp>
        <p:nvSpPr>
          <p:cNvPr id="5" name="Time text"/>
          <p:cNvSpPr txBox="1"/>
          <p:nvPr/>
        </p:nvSpPr>
        <p:spPr>
          <a:xfrm>
            <a:off x="457200" y="71323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00:20 – 00:30</a:t>
            </a:r>
            <a:endParaRPr lang="en-US" sz="1500" dirty="0"/>
          </a:p>
        </p:txBody>
      </p:sp>
      <p:sp>
        <p:nvSpPr>
          <p:cNvPr id="6" name="Action card"/>
          <p:cNvSpPr/>
          <p:nvPr/>
        </p:nvSpPr>
        <p:spPr>
          <a:xfrm>
            <a:off x="457200" y="1508760"/>
            <a:ext cx="822960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7" name="Action icon bg"/>
          <p:cNvSpPr/>
          <p:nvPr/>
        </p:nvSpPr>
        <p:spPr>
          <a:xfrm>
            <a:off x="7818120" y="178308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8" name="Action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73568" y="1938528"/>
            <a:ext cx="329184" cy="329184"/>
          </a:xfrm>
          <a:prstGeom prst="rect">
            <a:avLst/>
          </a:prstGeom>
        </p:spPr>
      </p:pic>
      <p:sp>
        <p:nvSpPr>
          <p:cNvPr id="9" name="Action text"/>
          <p:cNvSpPr txBox="1"/>
          <p:nvPr/>
        </p:nvSpPr>
        <p:spPr>
          <a:xfrm>
            <a:off x="685800" y="1618488"/>
            <a:ext cx="69494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spcAft>
                <a:spcPts val="400"/>
              </a:spcAft>
              <a:buNone/>
            </a:pPr>
            <a:r>
              <a:rPr lang="ar-EG" altLang="en-US" sz="1200" b="1" dirty="0">
                <a:solidFill>
                  <a:schemeClr val="tx2"/>
                </a:solidFill>
              </a:rPr>
              <a:t>الصورة والحدث</a:t>
            </a:r>
            <a:endParaRPr lang="ar-EG" sz="1200" dirty="0"/>
          </a:p>
          <a:p>
            <a:pPr algn="r" indent="0" marL="0">
              <a:spcAft>
                <a:spcPts val="400"/>
              </a:spcAft>
              <a:buNone/>
            </a:pPr>
            <a:r>
              <a:rPr lang="ar-EG" altLang="en-US" sz="1600" dirty="0">
                <a:solidFill>
                  <a:schemeClr val="tx1"/>
                </a:solidFill>
              </a:rPr>
              <a:t>استكمال لتعليق آدم الصوتي حول حكاية الأجداد، والكاميرا تتحرك لتكشف لقطة واسعة لداخل قاعات المتحف المصري بالتحرير والزوار يتحركون.</a:t>
            </a:r>
            <a:endParaRPr lang="ar-EG" sz="1200" dirty="0"/>
          </a:p>
        </p:txBody>
      </p:sp>
      <p:sp>
        <p:nvSpPr>
          <p:cNvPr id="10" name="Audio card 1"/>
          <p:cNvSpPr/>
          <p:nvPr/>
        </p:nvSpPr>
        <p:spPr>
          <a:xfrm>
            <a:off x="457200" y="3063240"/>
            <a:ext cx="8229600" cy="1371600"/>
          </a:xfrm>
          <a:prstGeom prst="roundRect">
            <a:avLst>
              <a:gd name="adj" fmla="val 8000"/>
            </a:avLst>
          </a:prstGeom>
          <a:solidFill>
            <a:schemeClr val="tx1"/>
          </a:solidFill>
          <a:ln/>
        </p:spPr>
      </p:sp>
      <p:pic>
        <p:nvPicPr>
          <p:cNvPr id="11" name="Quote icon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3246120"/>
            <a:ext cx="256032" cy="256032"/>
          </a:xfrm>
          <a:prstGeom prst="rect">
            <a:avLst/>
          </a:prstGeom>
        </p:spPr>
      </p:pic>
      <p:sp>
        <p:nvSpPr>
          <p:cNvPr id="12" name="Speaker 1"/>
          <p:cNvSpPr txBox="1"/>
          <p:nvPr/>
        </p:nvSpPr>
        <p:spPr>
          <a:xfrm>
            <a:off x="685800" y="3200400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300" b="1" dirty="0">
                <a:solidFill>
                  <a:schemeClr val="accent1"/>
                </a:solidFill>
              </a:rPr>
              <a:t>الصوت</a:t>
            </a:r>
            <a:endParaRPr lang="ar-EG" sz="1300" dirty="0"/>
          </a:p>
        </p:txBody>
      </p:sp>
      <p:sp>
        <p:nvSpPr>
          <p:cNvPr id="13" name="Dialogue 1"/>
          <p:cNvSpPr txBox="1"/>
          <p:nvPr/>
        </p:nvSpPr>
        <p:spPr>
          <a:xfrm>
            <a:off x="685800" y="3593592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2000" dirty="0">
                <a:solidFill>
                  <a:schemeClr val="bg1"/>
                </a:solidFill>
              </a:rPr>
              <a:t>استكمال تعليق آدم الصوتي حول حكاية الأجداد</a:t>
            </a:r>
            <a:endParaRPr lang="ar-EG" sz="2000" dirty="0"/>
          </a:p>
        </p:txBody>
      </p:sp>
      <p:sp>
        <p:nvSpPr>
          <p:cNvPr id="14" name="Progress dot 1"/>
          <p:cNvSpPr/>
          <p:nvPr/>
        </p:nvSpPr>
        <p:spPr>
          <a:xfrm>
            <a:off x="2203704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15" name="Progress dot 2"/>
          <p:cNvSpPr/>
          <p:nvPr/>
        </p:nvSpPr>
        <p:spPr>
          <a:xfrm>
            <a:off x="2423160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16" name="Progress dot 3"/>
          <p:cNvSpPr/>
          <p:nvPr/>
        </p:nvSpPr>
        <p:spPr>
          <a:xfrm>
            <a:off x="2642616" y="4681728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Progress dot 4"/>
          <p:cNvSpPr/>
          <p:nvPr/>
        </p:nvSpPr>
        <p:spPr>
          <a:xfrm>
            <a:off x="2862072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18" name="Progress dot 5"/>
          <p:cNvSpPr/>
          <p:nvPr/>
        </p:nvSpPr>
        <p:spPr>
          <a:xfrm>
            <a:off x="3081528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19" name="Progress dot 6"/>
          <p:cNvSpPr/>
          <p:nvPr/>
        </p:nvSpPr>
        <p:spPr>
          <a:xfrm>
            <a:off x="3300984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0" name="Progress dot 7"/>
          <p:cNvSpPr/>
          <p:nvPr/>
        </p:nvSpPr>
        <p:spPr>
          <a:xfrm>
            <a:off x="3520440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1" name="Progress dot 8"/>
          <p:cNvSpPr/>
          <p:nvPr/>
        </p:nvSpPr>
        <p:spPr>
          <a:xfrm>
            <a:off x="3739896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2" name="Progress dot 9"/>
          <p:cNvSpPr/>
          <p:nvPr/>
        </p:nvSpPr>
        <p:spPr>
          <a:xfrm>
            <a:off x="3959352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3" name="Progress dot 10"/>
          <p:cNvSpPr/>
          <p:nvPr/>
        </p:nvSpPr>
        <p:spPr>
          <a:xfrm>
            <a:off x="4178808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4" name="Progress dot 11"/>
          <p:cNvSpPr/>
          <p:nvPr/>
        </p:nvSpPr>
        <p:spPr>
          <a:xfrm>
            <a:off x="4398264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5" name="Progress dot 12"/>
          <p:cNvSpPr/>
          <p:nvPr/>
        </p:nvSpPr>
        <p:spPr>
          <a:xfrm>
            <a:off x="4617720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6" name="Progress dot 13"/>
          <p:cNvSpPr/>
          <p:nvPr/>
        </p:nvSpPr>
        <p:spPr>
          <a:xfrm>
            <a:off x="4837176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7" name="Progress dot 14"/>
          <p:cNvSpPr/>
          <p:nvPr/>
        </p:nvSpPr>
        <p:spPr>
          <a:xfrm>
            <a:off x="5056632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8" name="Progress dot 15"/>
          <p:cNvSpPr/>
          <p:nvPr/>
        </p:nvSpPr>
        <p:spPr>
          <a:xfrm>
            <a:off x="5276088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9" name="Progress dot 16"/>
          <p:cNvSpPr/>
          <p:nvPr/>
        </p:nvSpPr>
        <p:spPr>
          <a:xfrm>
            <a:off x="5495544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30" name="Progress dot 17"/>
          <p:cNvSpPr/>
          <p:nvPr/>
        </p:nvSpPr>
        <p:spPr>
          <a:xfrm>
            <a:off x="5715000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31" name="Progress dot 18"/>
          <p:cNvSpPr/>
          <p:nvPr/>
        </p:nvSpPr>
        <p:spPr>
          <a:xfrm>
            <a:off x="5934456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32" name="Progress dot 19"/>
          <p:cNvSpPr/>
          <p:nvPr/>
        </p:nvSpPr>
        <p:spPr>
          <a:xfrm>
            <a:off x="6153912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33" name="Progress dot 20"/>
          <p:cNvSpPr/>
          <p:nvPr/>
        </p:nvSpPr>
        <p:spPr>
          <a:xfrm>
            <a:off x="6373368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34" name="Progress dot 21"/>
          <p:cNvSpPr/>
          <p:nvPr/>
        </p:nvSpPr>
        <p:spPr>
          <a:xfrm>
            <a:off x="6592824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35" name="Progress dot 22"/>
          <p:cNvSpPr/>
          <p:nvPr/>
        </p:nvSpPr>
        <p:spPr>
          <a:xfrm>
            <a:off x="6812280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t tag"/>
          <p:cNvSpPr txBox="1"/>
          <p:nvPr/>
        </p:nvSpPr>
        <p:spPr>
          <a:xfrm>
            <a:off x="32004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300" b="1" dirty="0">
                <a:solidFill>
                  <a:schemeClr val="tx2"/>
                </a:solidFill>
              </a:rPr>
              <a:t>الجزء 1 · البداية والترحيب</a:t>
            </a:r>
            <a:endParaRPr lang="ar-EG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600" b="1" dirty="0">
                <a:solidFill>
                  <a:schemeClr val="tx1"/>
                </a:solidFill>
              </a:rPr>
              <a:t>المشهد 4</a:t>
            </a:r>
            <a:endParaRPr lang="ar-EG" sz="3600" dirty="0"/>
          </a:p>
        </p:txBody>
      </p:sp>
      <p:sp>
        <p:nvSpPr>
          <p:cNvPr id="4" name="Time chip"/>
          <p:cNvSpPr/>
          <p:nvPr/>
        </p:nvSpPr>
        <p:spPr>
          <a:xfrm>
            <a:off x="457200" y="713232"/>
            <a:ext cx="1737360" cy="45720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/>
        </p:spPr>
      </p:sp>
      <p:sp>
        <p:nvSpPr>
          <p:cNvPr id="5" name="Time text"/>
          <p:cNvSpPr txBox="1"/>
          <p:nvPr/>
        </p:nvSpPr>
        <p:spPr>
          <a:xfrm>
            <a:off x="457200" y="71323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00:30 – 00:40</a:t>
            </a:r>
            <a:endParaRPr lang="en-US" sz="1500" dirty="0"/>
          </a:p>
        </p:txBody>
      </p:sp>
      <p:sp>
        <p:nvSpPr>
          <p:cNvPr id="6" name="Action card"/>
          <p:cNvSpPr/>
          <p:nvPr/>
        </p:nvSpPr>
        <p:spPr>
          <a:xfrm>
            <a:off x="457200" y="1508760"/>
            <a:ext cx="822960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7" name="Action icon bg"/>
          <p:cNvSpPr/>
          <p:nvPr/>
        </p:nvSpPr>
        <p:spPr>
          <a:xfrm>
            <a:off x="7818120" y="178308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8" name="Action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73568" y="1938528"/>
            <a:ext cx="329184" cy="329184"/>
          </a:xfrm>
          <a:prstGeom prst="rect">
            <a:avLst/>
          </a:prstGeom>
        </p:spPr>
      </p:pic>
      <p:sp>
        <p:nvSpPr>
          <p:cNvPr id="9" name="Action text"/>
          <p:cNvSpPr txBox="1"/>
          <p:nvPr/>
        </p:nvSpPr>
        <p:spPr>
          <a:xfrm>
            <a:off x="685800" y="1618488"/>
            <a:ext cx="69494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spcAft>
                <a:spcPts val="400"/>
              </a:spcAft>
              <a:buNone/>
            </a:pPr>
            <a:r>
              <a:rPr lang="ar-EG" altLang="en-US" sz="1200" b="1" dirty="0">
                <a:solidFill>
                  <a:schemeClr val="tx2"/>
                </a:solidFill>
              </a:rPr>
              <a:t>الصورة والحدث</a:t>
            </a:r>
            <a:endParaRPr lang="ar-EG" sz="1200" dirty="0"/>
          </a:p>
          <a:p>
            <a:pPr algn="r" indent="0" marL="0">
              <a:spcAft>
                <a:spcPts val="400"/>
              </a:spcAft>
              <a:buNone/>
            </a:pPr>
            <a:r>
              <a:rPr lang="ar-EG" altLang="en-US" sz="1600" dirty="0">
                <a:solidFill>
                  <a:schemeClr val="tx1"/>
                </a:solidFill>
              </a:rPr>
              <a:t>آدم يقف أمام مجموعة من السياح في قاعة المتحف بالتحرير، ويرحب بهم بصوت واضح.</a:t>
            </a:r>
            <a:endParaRPr lang="ar-EG" sz="1200" dirty="0"/>
          </a:p>
        </p:txBody>
      </p:sp>
      <p:sp>
        <p:nvSpPr>
          <p:cNvPr id="10" name="Audio card 1"/>
          <p:cNvSpPr/>
          <p:nvPr/>
        </p:nvSpPr>
        <p:spPr>
          <a:xfrm>
            <a:off x="457200" y="3063240"/>
            <a:ext cx="8229600" cy="1371600"/>
          </a:xfrm>
          <a:prstGeom prst="roundRect">
            <a:avLst>
              <a:gd name="adj" fmla="val 8000"/>
            </a:avLst>
          </a:prstGeom>
          <a:solidFill>
            <a:schemeClr val="tx1"/>
          </a:solidFill>
          <a:ln/>
        </p:spPr>
      </p:sp>
      <p:pic>
        <p:nvPicPr>
          <p:cNvPr id="11" name="Quote icon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3246120"/>
            <a:ext cx="256032" cy="256032"/>
          </a:xfrm>
          <a:prstGeom prst="rect">
            <a:avLst/>
          </a:prstGeom>
        </p:spPr>
      </p:pic>
      <p:sp>
        <p:nvSpPr>
          <p:cNvPr id="12" name="Speaker 1"/>
          <p:cNvSpPr txBox="1"/>
          <p:nvPr/>
        </p:nvSpPr>
        <p:spPr>
          <a:xfrm>
            <a:off x="685800" y="3200400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300" b="1" dirty="0">
                <a:solidFill>
                  <a:schemeClr val="accent1"/>
                </a:solidFill>
              </a:rPr>
              <a:t>آدم</a:t>
            </a:r>
            <a:endParaRPr lang="ar-EG" sz="1300" dirty="0"/>
          </a:p>
        </p:txBody>
      </p:sp>
      <p:sp>
        <p:nvSpPr>
          <p:cNvPr id="13" name="Dialogue 1"/>
          <p:cNvSpPr txBox="1"/>
          <p:nvPr/>
        </p:nvSpPr>
        <p:spPr>
          <a:xfrm>
            <a:off x="685800" y="3593592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800" dirty="0">
                <a:solidFill>
                  <a:schemeClr val="bg1"/>
                </a:solidFill>
              </a:rPr>
              <a:t>«أهلًا بيكم في المكان اللي كل قطعة فيه بتحكي جزء من حضارة غيّرت تاريخ الإنسانية»</a:t>
            </a:r>
            <a:endParaRPr lang="ar-EG" sz="1800" dirty="0"/>
          </a:p>
        </p:txBody>
      </p:sp>
      <p:sp>
        <p:nvSpPr>
          <p:cNvPr id="14" name="Progress dot 1"/>
          <p:cNvSpPr/>
          <p:nvPr/>
        </p:nvSpPr>
        <p:spPr>
          <a:xfrm>
            <a:off x="2203704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15" name="Progress dot 2"/>
          <p:cNvSpPr/>
          <p:nvPr/>
        </p:nvSpPr>
        <p:spPr>
          <a:xfrm>
            <a:off x="2423160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16" name="Progress dot 3"/>
          <p:cNvSpPr/>
          <p:nvPr/>
        </p:nvSpPr>
        <p:spPr>
          <a:xfrm>
            <a:off x="2642616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17" name="Progress dot 4"/>
          <p:cNvSpPr/>
          <p:nvPr/>
        </p:nvSpPr>
        <p:spPr>
          <a:xfrm>
            <a:off x="2862072" y="4681728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8" name="Progress dot 5"/>
          <p:cNvSpPr/>
          <p:nvPr/>
        </p:nvSpPr>
        <p:spPr>
          <a:xfrm>
            <a:off x="3081528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19" name="Progress dot 6"/>
          <p:cNvSpPr/>
          <p:nvPr/>
        </p:nvSpPr>
        <p:spPr>
          <a:xfrm>
            <a:off x="3300984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0" name="Progress dot 7"/>
          <p:cNvSpPr/>
          <p:nvPr/>
        </p:nvSpPr>
        <p:spPr>
          <a:xfrm>
            <a:off x="3520440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1" name="Progress dot 8"/>
          <p:cNvSpPr/>
          <p:nvPr/>
        </p:nvSpPr>
        <p:spPr>
          <a:xfrm>
            <a:off x="3739896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2" name="Progress dot 9"/>
          <p:cNvSpPr/>
          <p:nvPr/>
        </p:nvSpPr>
        <p:spPr>
          <a:xfrm>
            <a:off x="3959352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3" name="Progress dot 10"/>
          <p:cNvSpPr/>
          <p:nvPr/>
        </p:nvSpPr>
        <p:spPr>
          <a:xfrm>
            <a:off x="4178808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4" name="Progress dot 11"/>
          <p:cNvSpPr/>
          <p:nvPr/>
        </p:nvSpPr>
        <p:spPr>
          <a:xfrm>
            <a:off x="4398264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5" name="Progress dot 12"/>
          <p:cNvSpPr/>
          <p:nvPr/>
        </p:nvSpPr>
        <p:spPr>
          <a:xfrm>
            <a:off x="4617720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6" name="Progress dot 13"/>
          <p:cNvSpPr/>
          <p:nvPr/>
        </p:nvSpPr>
        <p:spPr>
          <a:xfrm>
            <a:off x="4837176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7" name="Progress dot 14"/>
          <p:cNvSpPr/>
          <p:nvPr/>
        </p:nvSpPr>
        <p:spPr>
          <a:xfrm>
            <a:off x="5056632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8" name="Progress dot 15"/>
          <p:cNvSpPr/>
          <p:nvPr/>
        </p:nvSpPr>
        <p:spPr>
          <a:xfrm>
            <a:off x="5276088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9" name="Progress dot 16"/>
          <p:cNvSpPr/>
          <p:nvPr/>
        </p:nvSpPr>
        <p:spPr>
          <a:xfrm>
            <a:off x="5495544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30" name="Progress dot 17"/>
          <p:cNvSpPr/>
          <p:nvPr/>
        </p:nvSpPr>
        <p:spPr>
          <a:xfrm>
            <a:off x="5715000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31" name="Progress dot 18"/>
          <p:cNvSpPr/>
          <p:nvPr/>
        </p:nvSpPr>
        <p:spPr>
          <a:xfrm>
            <a:off x="5934456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32" name="Progress dot 19"/>
          <p:cNvSpPr/>
          <p:nvPr/>
        </p:nvSpPr>
        <p:spPr>
          <a:xfrm>
            <a:off x="6153912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33" name="Progress dot 20"/>
          <p:cNvSpPr/>
          <p:nvPr/>
        </p:nvSpPr>
        <p:spPr>
          <a:xfrm>
            <a:off x="6373368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34" name="Progress dot 21"/>
          <p:cNvSpPr/>
          <p:nvPr/>
        </p:nvSpPr>
        <p:spPr>
          <a:xfrm>
            <a:off x="6592824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35" name="Progress dot 22"/>
          <p:cNvSpPr/>
          <p:nvPr/>
        </p:nvSpPr>
        <p:spPr>
          <a:xfrm>
            <a:off x="6812280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t tag"/>
          <p:cNvSpPr txBox="1"/>
          <p:nvPr/>
        </p:nvSpPr>
        <p:spPr>
          <a:xfrm>
            <a:off x="32004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300" b="1" dirty="0">
                <a:solidFill>
                  <a:schemeClr val="tx2"/>
                </a:solidFill>
              </a:rPr>
              <a:t>الجزء 2 · الجولة وسؤال السائح</a:t>
            </a:r>
            <a:endParaRPr lang="ar-EG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600" b="1" dirty="0">
                <a:solidFill>
                  <a:schemeClr val="tx1"/>
                </a:solidFill>
              </a:rPr>
              <a:t>المشهد 5</a:t>
            </a:r>
            <a:endParaRPr lang="ar-EG" sz="3600" dirty="0"/>
          </a:p>
        </p:txBody>
      </p:sp>
      <p:sp>
        <p:nvSpPr>
          <p:cNvPr id="4" name="Time chip"/>
          <p:cNvSpPr/>
          <p:nvPr/>
        </p:nvSpPr>
        <p:spPr>
          <a:xfrm>
            <a:off x="457200" y="713232"/>
            <a:ext cx="1737360" cy="45720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/>
        </p:spPr>
      </p:sp>
      <p:sp>
        <p:nvSpPr>
          <p:cNvPr id="5" name="Time text"/>
          <p:cNvSpPr txBox="1"/>
          <p:nvPr/>
        </p:nvSpPr>
        <p:spPr>
          <a:xfrm>
            <a:off x="457200" y="71323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00:40 – 00:50</a:t>
            </a:r>
            <a:endParaRPr lang="en-US" sz="1500" dirty="0"/>
          </a:p>
        </p:txBody>
      </p:sp>
      <p:sp>
        <p:nvSpPr>
          <p:cNvPr id="6" name="Action card"/>
          <p:cNvSpPr/>
          <p:nvPr/>
        </p:nvSpPr>
        <p:spPr>
          <a:xfrm>
            <a:off x="457200" y="1508760"/>
            <a:ext cx="822960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7" name="Action icon bg"/>
          <p:cNvSpPr/>
          <p:nvPr/>
        </p:nvSpPr>
        <p:spPr>
          <a:xfrm>
            <a:off x="7818120" y="178308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8" name="Action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73568" y="1938528"/>
            <a:ext cx="329184" cy="329184"/>
          </a:xfrm>
          <a:prstGeom prst="rect">
            <a:avLst/>
          </a:prstGeom>
        </p:spPr>
      </p:pic>
      <p:sp>
        <p:nvSpPr>
          <p:cNvPr id="9" name="Action text"/>
          <p:cNvSpPr txBox="1"/>
          <p:nvPr/>
        </p:nvSpPr>
        <p:spPr>
          <a:xfrm>
            <a:off x="685800" y="1618488"/>
            <a:ext cx="69494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spcAft>
                <a:spcPts val="400"/>
              </a:spcAft>
              <a:buNone/>
            </a:pPr>
            <a:r>
              <a:rPr lang="ar-EG" altLang="en-US" sz="1200" b="1" dirty="0">
                <a:solidFill>
                  <a:schemeClr val="tx2"/>
                </a:solidFill>
              </a:rPr>
              <a:t>الصورة والحدث</a:t>
            </a:r>
            <a:endParaRPr lang="ar-EG" sz="1200" dirty="0"/>
          </a:p>
          <a:p>
            <a:pPr algn="r" indent="0" marL="0">
              <a:spcAft>
                <a:spcPts val="400"/>
              </a:spcAft>
              <a:buNone/>
            </a:pPr>
            <a:r>
              <a:rPr lang="ar-EG" altLang="en-US" sz="1600" dirty="0">
                <a:solidFill>
                  <a:schemeClr val="tx1"/>
                </a:solidFill>
              </a:rPr>
              <a:t>آدم يشرح بفخر وحماس أمام النقوش والتماثيل الحجرية.</a:t>
            </a:r>
            <a:endParaRPr lang="ar-EG" sz="1200" dirty="0"/>
          </a:p>
        </p:txBody>
      </p:sp>
      <p:sp>
        <p:nvSpPr>
          <p:cNvPr id="10" name="Audio card 1"/>
          <p:cNvSpPr/>
          <p:nvPr/>
        </p:nvSpPr>
        <p:spPr>
          <a:xfrm>
            <a:off x="457200" y="3063240"/>
            <a:ext cx="8229600" cy="1371600"/>
          </a:xfrm>
          <a:prstGeom prst="roundRect">
            <a:avLst>
              <a:gd name="adj" fmla="val 8000"/>
            </a:avLst>
          </a:prstGeom>
          <a:solidFill>
            <a:schemeClr val="tx1"/>
          </a:solidFill>
          <a:ln/>
        </p:spPr>
      </p:sp>
      <p:pic>
        <p:nvPicPr>
          <p:cNvPr id="11" name="Quote icon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3246120"/>
            <a:ext cx="256032" cy="256032"/>
          </a:xfrm>
          <a:prstGeom prst="rect">
            <a:avLst/>
          </a:prstGeom>
        </p:spPr>
      </p:pic>
      <p:sp>
        <p:nvSpPr>
          <p:cNvPr id="12" name="Speaker 1"/>
          <p:cNvSpPr txBox="1"/>
          <p:nvPr/>
        </p:nvSpPr>
        <p:spPr>
          <a:xfrm>
            <a:off x="685800" y="3200400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300" b="1" dirty="0">
                <a:solidFill>
                  <a:schemeClr val="accent1"/>
                </a:solidFill>
              </a:rPr>
              <a:t>آدم</a:t>
            </a:r>
            <a:endParaRPr lang="ar-EG" sz="1300" dirty="0"/>
          </a:p>
        </p:txBody>
      </p:sp>
      <p:sp>
        <p:nvSpPr>
          <p:cNvPr id="13" name="Dialogue 1"/>
          <p:cNvSpPr txBox="1"/>
          <p:nvPr/>
        </p:nvSpPr>
        <p:spPr>
          <a:xfrm>
            <a:off x="685800" y="3593592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800" dirty="0">
                <a:solidFill>
                  <a:schemeClr val="bg1"/>
                </a:solidFill>
              </a:rPr>
              <a:t>«المصري القديم ما سابش لنا مباني وتماثيل وبس... ساب لنا دليل على تفكيره وفنه وعلمه»</a:t>
            </a:r>
            <a:endParaRPr lang="ar-EG" sz="1800" dirty="0"/>
          </a:p>
        </p:txBody>
      </p:sp>
      <p:sp>
        <p:nvSpPr>
          <p:cNvPr id="14" name="Progress dot 1"/>
          <p:cNvSpPr/>
          <p:nvPr/>
        </p:nvSpPr>
        <p:spPr>
          <a:xfrm>
            <a:off x="2203704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15" name="Progress dot 2"/>
          <p:cNvSpPr/>
          <p:nvPr/>
        </p:nvSpPr>
        <p:spPr>
          <a:xfrm>
            <a:off x="2423160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16" name="Progress dot 3"/>
          <p:cNvSpPr/>
          <p:nvPr/>
        </p:nvSpPr>
        <p:spPr>
          <a:xfrm>
            <a:off x="2642616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17" name="Progress dot 4"/>
          <p:cNvSpPr/>
          <p:nvPr/>
        </p:nvSpPr>
        <p:spPr>
          <a:xfrm>
            <a:off x="2862072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18" name="Progress dot 5"/>
          <p:cNvSpPr/>
          <p:nvPr/>
        </p:nvSpPr>
        <p:spPr>
          <a:xfrm>
            <a:off x="3081528" y="4681728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9" name="Progress dot 6"/>
          <p:cNvSpPr/>
          <p:nvPr/>
        </p:nvSpPr>
        <p:spPr>
          <a:xfrm>
            <a:off x="3300984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0" name="Progress dot 7"/>
          <p:cNvSpPr/>
          <p:nvPr/>
        </p:nvSpPr>
        <p:spPr>
          <a:xfrm>
            <a:off x="3520440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1" name="Progress dot 8"/>
          <p:cNvSpPr/>
          <p:nvPr/>
        </p:nvSpPr>
        <p:spPr>
          <a:xfrm>
            <a:off x="3739896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2" name="Progress dot 9"/>
          <p:cNvSpPr/>
          <p:nvPr/>
        </p:nvSpPr>
        <p:spPr>
          <a:xfrm>
            <a:off x="3959352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3" name="Progress dot 10"/>
          <p:cNvSpPr/>
          <p:nvPr/>
        </p:nvSpPr>
        <p:spPr>
          <a:xfrm>
            <a:off x="4178808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4" name="Progress dot 11"/>
          <p:cNvSpPr/>
          <p:nvPr/>
        </p:nvSpPr>
        <p:spPr>
          <a:xfrm>
            <a:off x="4398264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5" name="Progress dot 12"/>
          <p:cNvSpPr/>
          <p:nvPr/>
        </p:nvSpPr>
        <p:spPr>
          <a:xfrm>
            <a:off x="4617720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6" name="Progress dot 13"/>
          <p:cNvSpPr/>
          <p:nvPr/>
        </p:nvSpPr>
        <p:spPr>
          <a:xfrm>
            <a:off x="4837176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7" name="Progress dot 14"/>
          <p:cNvSpPr/>
          <p:nvPr/>
        </p:nvSpPr>
        <p:spPr>
          <a:xfrm>
            <a:off x="5056632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8" name="Progress dot 15"/>
          <p:cNvSpPr/>
          <p:nvPr/>
        </p:nvSpPr>
        <p:spPr>
          <a:xfrm>
            <a:off x="5276088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9" name="Progress dot 16"/>
          <p:cNvSpPr/>
          <p:nvPr/>
        </p:nvSpPr>
        <p:spPr>
          <a:xfrm>
            <a:off x="5495544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30" name="Progress dot 17"/>
          <p:cNvSpPr/>
          <p:nvPr/>
        </p:nvSpPr>
        <p:spPr>
          <a:xfrm>
            <a:off x="5715000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31" name="Progress dot 18"/>
          <p:cNvSpPr/>
          <p:nvPr/>
        </p:nvSpPr>
        <p:spPr>
          <a:xfrm>
            <a:off x="5934456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32" name="Progress dot 19"/>
          <p:cNvSpPr/>
          <p:nvPr/>
        </p:nvSpPr>
        <p:spPr>
          <a:xfrm>
            <a:off x="6153912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33" name="Progress dot 20"/>
          <p:cNvSpPr/>
          <p:nvPr/>
        </p:nvSpPr>
        <p:spPr>
          <a:xfrm>
            <a:off x="6373368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34" name="Progress dot 21"/>
          <p:cNvSpPr/>
          <p:nvPr/>
        </p:nvSpPr>
        <p:spPr>
          <a:xfrm>
            <a:off x="6592824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35" name="Progress dot 22"/>
          <p:cNvSpPr/>
          <p:nvPr/>
        </p:nvSpPr>
        <p:spPr>
          <a:xfrm>
            <a:off x="6812280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t tag"/>
          <p:cNvSpPr txBox="1"/>
          <p:nvPr/>
        </p:nvSpPr>
        <p:spPr>
          <a:xfrm>
            <a:off x="32004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300" b="1" dirty="0">
                <a:solidFill>
                  <a:schemeClr val="tx2"/>
                </a:solidFill>
              </a:rPr>
              <a:t>الجزء 2 · الجولة وسؤال السائح</a:t>
            </a:r>
            <a:endParaRPr lang="ar-EG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600" b="1" dirty="0">
                <a:solidFill>
                  <a:schemeClr val="tx1"/>
                </a:solidFill>
              </a:rPr>
              <a:t>المشهد 6</a:t>
            </a:r>
            <a:endParaRPr lang="ar-EG" sz="3600" dirty="0"/>
          </a:p>
        </p:txBody>
      </p:sp>
      <p:sp>
        <p:nvSpPr>
          <p:cNvPr id="4" name="Time chip"/>
          <p:cNvSpPr/>
          <p:nvPr/>
        </p:nvSpPr>
        <p:spPr>
          <a:xfrm>
            <a:off x="457200" y="713232"/>
            <a:ext cx="1737360" cy="45720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/>
        </p:spPr>
      </p:sp>
      <p:sp>
        <p:nvSpPr>
          <p:cNvPr id="5" name="Time text"/>
          <p:cNvSpPr txBox="1"/>
          <p:nvPr/>
        </p:nvSpPr>
        <p:spPr>
          <a:xfrm>
            <a:off x="457200" y="71323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00:50 – 01:00</a:t>
            </a:r>
            <a:endParaRPr lang="en-US" sz="1500" dirty="0"/>
          </a:p>
        </p:txBody>
      </p:sp>
      <p:sp>
        <p:nvSpPr>
          <p:cNvPr id="6" name="Action card"/>
          <p:cNvSpPr/>
          <p:nvPr/>
        </p:nvSpPr>
        <p:spPr>
          <a:xfrm>
            <a:off x="457200" y="1508760"/>
            <a:ext cx="822960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7" name="Action icon bg"/>
          <p:cNvSpPr/>
          <p:nvPr/>
        </p:nvSpPr>
        <p:spPr>
          <a:xfrm>
            <a:off x="7818120" y="178308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8" name="Action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73568" y="1938528"/>
            <a:ext cx="329184" cy="329184"/>
          </a:xfrm>
          <a:prstGeom prst="rect">
            <a:avLst/>
          </a:prstGeom>
        </p:spPr>
      </p:pic>
      <p:sp>
        <p:nvSpPr>
          <p:cNvPr id="9" name="Action text"/>
          <p:cNvSpPr txBox="1"/>
          <p:nvPr/>
        </p:nvSpPr>
        <p:spPr>
          <a:xfrm>
            <a:off x="685800" y="1618488"/>
            <a:ext cx="69494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spcAft>
                <a:spcPts val="400"/>
              </a:spcAft>
              <a:buNone/>
            </a:pPr>
            <a:r>
              <a:rPr lang="ar-EG" altLang="en-US" sz="1200" b="1" dirty="0">
                <a:solidFill>
                  <a:schemeClr val="tx2"/>
                </a:solidFill>
              </a:rPr>
              <a:t>الصورة والحدث</a:t>
            </a:r>
            <a:endParaRPr lang="ar-EG" sz="1200" dirty="0"/>
          </a:p>
          <a:p>
            <a:pPr algn="r" indent="0" marL="0">
              <a:spcAft>
                <a:spcPts val="400"/>
              </a:spcAft>
              <a:buNone/>
            </a:pPr>
            <a:r>
              <a:rPr lang="ar-EG" altLang="en-US" sz="1600" dirty="0">
                <a:solidFill>
                  <a:schemeClr val="tx1"/>
                </a:solidFill>
              </a:rPr>
              <a:t>سائح أجنبي يقف متمعناً بإعجاب أمام أحد التماثيل الكبيرة المعروضة، بينما يراقبه آدم باهتمام استعداداً للحوار.</a:t>
            </a:r>
            <a:endParaRPr lang="ar-EG" sz="1200" dirty="0"/>
          </a:p>
        </p:txBody>
      </p:sp>
      <p:sp>
        <p:nvSpPr>
          <p:cNvPr id="10" name="Audio card 1"/>
          <p:cNvSpPr/>
          <p:nvPr/>
        </p:nvSpPr>
        <p:spPr>
          <a:xfrm>
            <a:off x="457200" y="3063240"/>
            <a:ext cx="8229600" cy="1371600"/>
          </a:xfrm>
          <a:prstGeom prst="roundRect">
            <a:avLst>
              <a:gd name="adj" fmla="val 8000"/>
            </a:avLst>
          </a:prstGeom>
          <a:solidFill>
            <a:schemeClr val="tx1"/>
          </a:solidFill>
          <a:ln/>
        </p:spPr>
      </p:sp>
      <p:pic>
        <p:nvPicPr>
          <p:cNvPr id="11" name="Quote icon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3246120"/>
            <a:ext cx="256032" cy="256032"/>
          </a:xfrm>
          <a:prstGeom prst="rect">
            <a:avLst/>
          </a:prstGeom>
        </p:spPr>
      </p:pic>
      <p:sp>
        <p:nvSpPr>
          <p:cNvPr id="12" name="Speaker 1"/>
          <p:cNvSpPr txBox="1"/>
          <p:nvPr/>
        </p:nvSpPr>
        <p:spPr>
          <a:xfrm>
            <a:off x="685800" y="3200400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300" b="1" dirty="0">
                <a:solidFill>
                  <a:schemeClr val="accent1"/>
                </a:solidFill>
              </a:rPr>
              <a:t>الصوت</a:t>
            </a:r>
            <a:endParaRPr lang="ar-EG" sz="1300" dirty="0"/>
          </a:p>
        </p:txBody>
      </p:sp>
      <p:sp>
        <p:nvSpPr>
          <p:cNvPr id="13" name="Dialogue 1"/>
          <p:cNvSpPr txBox="1"/>
          <p:nvPr/>
        </p:nvSpPr>
        <p:spPr>
          <a:xfrm>
            <a:off x="685800" y="3593592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2000" dirty="0">
                <a:solidFill>
                  <a:schemeClr val="bg1"/>
                </a:solidFill>
              </a:rPr>
              <a:t>بدون حوار</a:t>
            </a:r>
            <a:endParaRPr lang="ar-EG" sz="2000" dirty="0"/>
          </a:p>
        </p:txBody>
      </p:sp>
      <p:sp>
        <p:nvSpPr>
          <p:cNvPr id="14" name="Progress dot 1"/>
          <p:cNvSpPr/>
          <p:nvPr/>
        </p:nvSpPr>
        <p:spPr>
          <a:xfrm>
            <a:off x="2203704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15" name="Progress dot 2"/>
          <p:cNvSpPr/>
          <p:nvPr/>
        </p:nvSpPr>
        <p:spPr>
          <a:xfrm>
            <a:off x="2423160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16" name="Progress dot 3"/>
          <p:cNvSpPr/>
          <p:nvPr/>
        </p:nvSpPr>
        <p:spPr>
          <a:xfrm>
            <a:off x="2642616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17" name="Progress dot 4"/>
          <p:cNvSpPr/>
          <p:nvPr/>
        </p:nvSpPr>
        <p:spPr>
          <a:xfrm>
            <a:off x="2862072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18" name="Progress dot 5"/>
          <p:cNvSpPr/>
          <p:nvPr/>
        </p:nvSpPr>
        <p:spPr>
          <a:xfrm>
            <a:off x="3081528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19" name="Progress dot 6"/>
          <p:cNvSpPr/>
          <p:nvPr/>
        </p:nvSpPr>
        <p:spPr>
          <a:xfrm>
            <a:off x="3300984" y="4681728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Progress dot 7"/>
          <p:cNvSpPr/>
          <p:nvPr/>
        </p:nvSpPr>
        <p:spPr>
          <a:xfrm>
            <a:off x="3520440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1" name="Progress dot 8"/>
          <p:cNvSpPr/>
          <p:nvPr/>
        </p:nvSpPr>
        <p:spPr>
          <a:xfrm>
            <a:off x="3739896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2" name="Progress dot 9"/>
          <p:cNvSpPr/>
          <p:nvPr/>
        </p:nvSpPr>
        <p:spPr>
          <a:xfrm>
            <a:off x="3959352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3" name="Progress dot 10"/>
          <p:cNvSpPr/>
          <p:nvPr/>
        </p:nvSpPr>
        <p:spPr>
          <a:xfrm>
            <a:off x="4178808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4" name="Progress dot 11"/>
          <p:cNvSpPr/>
          <p:nvPr/>
        </p:nvSpPr>
        <p:spPr>
          <a:xfrm>
            <a:off x="4398264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5" name="Progress dot 12"/>
          <p:cNvSpPr/>
          <p:nvPr/>
        </p:nvSpPr>
        <p:spPr>
          <a:xfrm>
            <a:off x="4617720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6" name="Progress dot 13"/>
          <p:cNvSpPr/>
          <p:nvPr/>
        </p:nvSpPr>
        <p:spPr>
          <a:xfrm>
            <a:off x="4837176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7" name="Progress dot 14"/>
          <p:cNvSpPr/>
          <p:nvPr/>
        </p:nvSpPr>
        <p:spPr>
          <a:xfrm>
            <a:off x="5056632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8" name="Progress dot 15"/>
          <p:cNvSpPr/>
          <p:nvPr/>
        </p:nvSpPr>
        <p:spPr>
          <a:xfrm>
            <a:off x="5276088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9" name="Progress dot 16"/>
          <p:cNvSpPr/>
          <p:nvPr/>
        </p:nvSpPr>
        <p:spPr>
          <a:xfrm>
            <a:off x="5495544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30" name="Progress dot 17"/>
          <p:cNvSpPr/>
          <p:nvPr/>
        </p:nvSpPr>
        <p:spPr>
          <a:xfrm>
            <a:off x="5715000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31" name="Progress dot 18"/>
          <p:cNvSpPr/>
          <p:nvPr/>
        </p:nvSpPr>
        <p:spPr>
          <a:xfrm>
            <a:off x="5934456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32" name="Progress dot 19"/>
          <p:cNvSpPr/>
          <p:nvPr/>
        </p:nvSpPr>
        <p:spPr>
          <a:xfrm>
            <a:off x="6153912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33" name="Progress dot 20"/>
          <p:cNvSpPr/>
          <p:nvPr/>
        </p:nvSpPr>
        <p:spPr>
          <a:xfrm>
            <a:off x="6373368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34" name="Progress dot 21"/>
          <p:cNvSpPr/>
          <p:nvPr/>
        </p:nvSpPr>
        <p:spPr>
          <a:xfrm>
            <a:off x="6592824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35" name="Progress dot 22"/>
          <p:cNvSpPr/>
          <p:nvPr/>
        </p:nvSpPr>
        <p:spPr>
          <a:xfrm>
            <a:off x="6812280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t tag"/>
          <p:cNvSpPr txBox="1"/>
          <p:nvPr/>
        </p:nvSpPr>
        <p:spPr>
          <a:xfrm>
            <a:off x="32004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300" b="1" dirty="0">
                <a:solidFill>
                  <a:schemeClr val="tx2"/>
                </a:solidFill>
              </a:rPr>
              <a:t>الجزء 2 · الجولة وسؤال السائح</a:t>
            </a:r>
            <a:endParaRPr lang="ar-EG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600" b="1" dirty="0">
                <a:solidFill>
                  <a:schemeClr val="tx1"/>
                </a:solidFill>
              </a:rPr>
              <a:t>المشهد 7</a:t>
            </a:r>
            <a:endParaRPr lang="ar-EG" sz="3600" dirty="0"/>
          </a:p>
        </p:txBody>
      </p:sp>
      <p:sp>
        <p:nvSpPr>
          <p:cNvPr id="4" name="Time chip"/>
          <p:cNvSpPr/>
          <p:nvPr/>
        </p:nvSpPr>
        <p:spPr>
          <a:xfrm>
            <a:off x="457200" y="713232"/>
            <a:ext cx="1737360" cy="45720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/>
        </p:spPr>
      </p:sp>
      <p:sp>
        <p:nvSpPr>
          <p:cNvPr id="5" name="Time text"/>
          <p:cNvSpPr txBox="1"/>
          <p:nvPr/>
        </p:nvSpPr>
        <p:spPr>
          <a:xfrm>
            <a:off x="457200" y="71323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01:00 – 01:10</a:t>
            </a:r>
            <a:endParaRPr lang="en-US" sz="1500" dirty="0"/>
          </a:p>
        </p:txBody>
      </p:sp>
      <p:sp>
        <p:nvSpPr>
          <p:cNvPr id="6" name="Action card"/>
          <p:cNvSpPr/>
          <p:nvPr/>
        </p:nvSpPr>
        <p:spPr>
          <a:xfrm>
            <a:off x="457200" y="1508760"/>
            <a:ext cx="822960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7" name="Action icon bg"/>
          <p:cNvSpPr/>
          <p:nvPr/>
        </p:nvSpPr>
        <p:spPr>
          <a:xfrm>
            <a:off x="7818120" y="178308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8" name="Action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73568" y="1938528"/>
            <a:ext cx="329184" cy="329184"/>
          </a:xfrm>
          <a:prstGeom prst="rect">
            <a:avLst/>
          </a:prstGeom>
        </p:spPr>
      </p:pic>
      <p:sp>
        <p:nvSpPr>
          <p:cNvPr id="9" name="Action text"/>
          <p:cNvSpPr txBox="1"/>
          <p:nvPr/>
        </p:nvSpPr>
        <p:spPr>
          <a:xfrm>
            <a:off x="685800" y="1618488"/>
            <a:ext cx="69494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spcAft>
                <a:spcPts val="400"/>
              </a:spcAft>
              <a:buNone/>
            </a:pPr>
            <a:r>
              <a:rPr lang="ar-EG" altLang="en-US" sz="1200" b="1" dirty="0">
                <a:solidFill>
                  <a:schemeClr val="tx2"/>
                </a:solidFill>
              </a:rPr>
              <a:t>الصورة والحدث</a:t>
            </a:r>
            <a:endParaRPr lang="ar-EG" sz="1200" dirty="0"/>
          </a:p>
          <a:p>
            <a:pPr algn="r" indent="0" marL="0">
              <a:spcAft>
                <a:spcPts val="400"/>
              </a:spcAft>
              <a:buNone/>
            </a:pPr>
            <a:r>
              <a:rPr lang="ar-EG" altLang="en-US" sz="1600" dirty="0">
                <a:solidFill>
                  <a:schemeClr val="tx1"/>
                </a:solidFill>
              </a:rPr>
              <a:t>السائح يوجه سؤاله لآدم بالعربية، وآدم يجيب بثقة.</a:t>
            </a:r>
            <a:endParaRPr lang="ar-EG" sz="1200" dirty="0"/>
          </a:p>
        </p:txBody>
      </p:sp>
      <p:sp>
        <p:nvSpPr>
          <p:cNvPr id="10" name="Audio card 1"/>
          <p:cNvSpPr/>
          <p:nvPr/>
        </p:nvSpPr>
        <p:spPr>
          <a:xfrm>
            <a:off x="4686300" y="3063240"/>
            <a:ext cx="4000500" cy="1371600"/>
          </a:xfrm>
          <a:prstGeom prst="roundRect">
            <a:avLst>
              <a:gd name="adj" fmla="val 8000"/>
            </a:avLst>
          </a:prstGeom>
          <a:solidFill>
            <a:schemeClr val="tx1"/>
          </a:solidFill>
          <a:ln/>
        </p:spPr>
      </p:sp>
      <p:pic>
        <p:nvPicPr>
          <p:cNvPr id="11" name="Quote icon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3246120"/>
            <a:ext cx="256032" cy="256032"/>
          </a:xfrm>
          <a:prstGeom prst="rect">
            <a:avLst/>
          </a:prstGeom>
        </p:spPr>
      </p:pic>
      <p:sp>
        <p:nvSpPr>
          <p:cNvPr id="12" name="Speaker 1"/>
          <p:cNvSpPr txBox="1"/>
          <p:nvPr/>
        </p:nvSpPr>
        <p:spPr>
          <a:xfrm>
            <a:off x="4914900" y="3200400"/>
            <a:ext cx="31775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300" b="1" dirty="0">
                <a:solidFill>
                  <a:schemeClr val="accent1"/>
                </a:solidFill>
              </a:rPr>
              <a:t>السائح</a:t>
            </a:r>
            <a:endParaRPr lang="ar-EG" sz="1300" dirty="0"/>
          </a:p>
        </p:txBody>
      </p:sp>
      <p:sp>
        <p:nvSpPr>
          <p:cNvPr id="13" name="Dialogue 1"/>
          <p:cNvSpPr txBox="1"/>
          <p:nvPr/>
        </p:nvSpPr>
        <p:spPr>
          <a:xfrm>
            <a:off x="4914900" y="3593592"/>
            <a:ext cx="35433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600" dirty="0">
                <a:solidFill>
                  <a:schemeClr val="bg1"/>
                </a:solidFill>
              </a:rPr>
              <a:t>«كيف استطاعوا جعل حضارتهم تستمر لآلاف السنين؟»</a:t>
            </a:r>
            <a:endParaRPr lang="ar-EG" sz="1600" dirty="0"/>
          </a:p>
        </p:txBody>
      </p:sp>
      <p:sp>
        <p:nvSpPr>
          <p:cNvPr id="14" name="Audio card 2"/>
          <p:cNvSpPr/>
          <p:nvPr/>
        </p:nvSpPr>
        <p:spPr>
          <a:xfrm>
            <a:off x="457200" y="3063240"/>
            <a:ext cx="4000500" cy="1371600"/>
          </a:xfrm>
          <a:prstGeom prst="roundRect">
            <a:avLst>
              <a:gd name="adj" fmla="val 8000"/>
            </a:avLst>
          </a:prstGeom>
          <a:solidFill>
            <a:schemeClr val="tx1"/>
          </a:solidFill>
          <a:ln/>
        </p:spPr>
      </p:sp>
      <p:pic>
        <p:nvPicPr>
          <p:cNvPr id="15" name="Quote icon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0500" y="3246120"/>
            <a:ext cx="256032" cy="256032"/>
          </a:xfrm>
          <a:prstGeom prst="rect">
            <a:avLst/>
          </a:prstGeom>
        </p:spPr>
      </p:pic>
      <p:sp>
        <p:nvSpPr>
          <p:cNvPr id="16" name="Speaker 2"/>
          <p:cNvSpPr txBox="1"/>
          <p:nvPr/>
        </p:nvSpPr>
        <p:spPr>
          <a:xfrm>
            <a:off x="685800" y="3200400"/>
            <a:ext cx="31775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300" b="1" dirty="0">
                <a:solidFill>
                  <a:schemeClr val="accent1"/>
                </a:solidFill>
              </a:rPr>
              <a:t>آدم</a:t>
            </a:r>
            <a:endParaRPr lang="ar-EG" sz="1300" dirty="0"/>
          </a:p>
        </p:txBody>
      </p:sp>
      <p:sp>
        <p:nvSpPr>
          <p:cNvPr id="17" name="Dialogue 2"/>
          <p:cNvSpPr txBox="1"/>
          <p:nvPr/>
        </p:nvSpPr>
        <p:spPr>
          <a:xfrm>
            <a:off x="685800" y="3593592"/>
            <a:ext cx="35433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600" dirty="0">
                <a:solidFill>
                  <a:schemeClr val="bg1"/>
                </a:solidFill>
              </a:rPr>
              <a:t>«لقد تركوا شيئاً لم يستطع الزمن محوه»</a:t>
            </a:r>
            <a:endParaRPr lang="ar-EG" sz="1600" dirty="0"/>
          </a:p>
        </p:txBody>
      </p:sp>
      <p:sp>
        <p:nvSpPr>
          <p:cNvPr id="18" name="Progress dot 1"/>
          <p:cNvSpPr/>
          <p:nvPr/>
        </p:nvSpPr>
        <p:spPr>
          <a:xfrm>
            <a:off x="2203704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19" name="Progress dot 2"/>
          <p:cNvSpPr/>
          <p:nvPr/>
        </p:nvSpPr>
        <p:spPr>
          <a:xfrm>
            <a:off x="2423160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0" name="Progress dot 3"/>
          <p:cNvSpPr/>
          <p:nvPr/>
        </p:nvSpPr>
        <p:spPr>
          <a:xfrm>
            <a:off x="2642616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1" name="Progress dot 4"/>
          <p:cNvSpPr/>
          <p:nvPr/>
        </p:nvSpPr>
        <p:spPr>
          <a:xfrm>
            <a:off x="2862072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2" name="Progress dot 5"/>
          <p:cNvSpPr/>
          <p:nvPr/>
        </p:nvSpPr>
        <p:spPr>
          <a:xfrm>
            <a:off x="3081528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3" name="Progress dot 6"/>
          <p:cNvSpPr/>
          <p:nvPr/>
        </p:nvSpPr>
        <p:spPr>
          <a:xfrm>
            <a:off x="3300984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4" name="Progress dot 7"/>
          <p:cNvSpPr/>
          <p:nvPr/>
        </p:nvSpPr>
        <p:spPr>
          <a:xfrm>
            <a:off x="3520440" y="4681728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5" name="Progress dot 8"/>
          <p:cNvSpPr/>
          <p:nvPr/>
        </p:nvSpPr>
        <p:spPr>
          <a:xfrm>
            <a:off x="3739896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6" name="Progress dot 9"/>
          <p:cNvSpPr/>
          <p:nvPr/>
        </p:nvSpPr>
        <p:spPr>
          <a:xfrm>
            <a:off x="3959352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7" name="Progress dot 10"/>
          <p:cNvSpPr/>
          <p:nvPr/>
        </p:nvSpPr>
        <p:spPr>
          <a:xfrm>
            <a:off x="4178808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8" name="Progress dot 11"/>
          <p:cNvSpPr/>
          <p:nvPr/>
        </p:nvSpPr>
        <p:spPr>
          <a:xfrm>
            <a:off x="4398264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9" name="Progress dot 12"/>
          <p:cNvSpPr/>
          <p:nvPr/>
        </p:nvSpPr>
        <p:spPr>
          <a:xfrm>
            <a:off x="4617720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30" name="Progress dot 13"/>
          <p:cNvSpPr/>
          <p:nvPr/>
        </p:nvSpPr>
        <p:spPr>
          <a:xfrm>
            <a:off x="4837176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31" name="Progress dot 14"/>
          <p:cNvSpPr/>
          <p:nvPr/>
        </p:nvSpPr>
        <p:spPr>
          <a:xfrm>
            <a:off x="5056632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32" name="Progress dot 15"/>
          <p:cNvSpPr/>
          <p:nvPr/>
        </p:nvSpPr>
        <p:spPr>
          <a:xfrm>
            <a:off x="5276088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33" name="Progress dot 16"/>
          <p:cNvSpPr/>
          <p:nvPr/>
        </p:nvSpPr>
        <p:spPr>
          <a:xfrm>
            <a:off x="5495544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34" name="Progress dot 17"/>
          <p:cNvSpPr/>
          <p:nvPr/>
        </p:nvSpPr>
        <p:spPr>
          <a:xfrm>
            <a:off x="5715000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35" name="Progress dot 18"/>
          <p:cNvSpPr/>
          <p:nvPr/>
        </p:nvSpPr>
        <p:spPr>
          <a:xfrm>
            <a:off x="5934456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36" name="Progress dot 19"/>
          <p:cNvSpPr/>
          <p:nvPr/>
        </p:nvSpPr>
        <p:spPr>
          <a:xfrm>
            <a:off x="6153912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37" name="Progress dot 20"/>
          <p:cNvSpPr/>
          <p:nvPr/>
        </p:nvSpPr>
        <p:spPr>
          <a:xfrm>
            <a:off x="6373368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38" name="Progress dot 21"/>
          <p:cNvSpPr/>
          <p:nvPr/>
        </p:nvSpPr>
        <p:spPr>
          <a:xfrm>
            <a:off x="6592824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39" name="Progress dot 22"/>
          <p:cNvSpPr/>
          <p:nvPr/>
        </p:nvSpPr>
        <p:spPr>
          <a:xfrm>
            <a:off x="6812280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t tag"/>
          <p:cNvSpPr txBox="1"/>
          <p:nvPr/>
        </p:nvSpPr>
        <p:spPr>
          <a:xfrm>
            <a:off x="32004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300" b="1" dirty="0">
                <a:solidFill>
                  <a:schemeClr val="tx2"/>
                </a:solidFill>
              </a:rPr>
              <a:t>الجزء 2 · الجولة وسؤال السائح</a:t>
            </a:r>
            <a:endParaRPr lang="ar-EG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600" b="1" dirty="0">
                <a:solidFill>
                  <a:schemeClr val="tx1"/>
                </a:solidFill>
              </a:rPr>
              <a:t>المشهد 8</a:t>
            </a:r>
            <a:endParaRPr lang="ar-EG" sz="3600" dirty="0"/>
          </a:p>
        </p:txBody>
      </p:sp>
      <p:sp>
        <p:nvSpPr>
          <p:cNvPr id="4" name="Time chip"/>
          <p:cNvSpPr/>
          <p:nvPr/>
        </p:nvSpPr>
        <p:spPr>
          <a:xfrm>
            <a:off x="457200" y="713232"/>
            <a:ext cx="1737360" cy="45720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/>
        </p:spPr>
      </p:sp>
      <p:sp>
        <p:nvSpPr>
          <p:cNvPr id="5" name="Time text"/>
          <p:cNvSpPr txBox="1"/>
          <p:nvPr/>
        </p:nvSpPr>
        <p:spPr>
          <a:xfrm>
            <a:off x="457200" y="71323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01:10 – 01:20</a:t>
            </a:r>
            <a:endParaRPr lang="en-US" sz="1500" dirty="0"/>
          </a:p>
        </p:txBody>
      </p:sp>
      <p:sp>
        <p:nvSpPr>
          <p:cNvPr id="6" name="Action card"/>
          <p:cNvSpPr/>
          <p:nvPr/>
        </p:nvSpPr>
        <p:spPr>
          <a:xfrm>
            <a:off x="457200" y="1508760"/>
            <a:ext cx="822960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7" name="Action icon bg"/>
          <p:cNvSpPr/>
          <p:nvPr/>
        </p:nvSpPr>
        <p:spPr>
          <a:xfrm>
            <a:off x="7818120" y="178308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8" name="Action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73568" y="1938528"/>
            <a:ext cx="329184" cy="329184"/>
          </a:xfrm>
          <a:prstGeom prst="rect">
            <a:avLst/>
          </a:prstGeom>
        </p:spPr>
      </p:pic>
      <p:sp>
        <p:nvSpPr>
          <p:cNvPr id="9" name="Action text"/>
          <p:cNvSpPr txBox="1"/>
          <p:nvPr/>
        </p:nvSpPr>
        <p:spPr>
          <a:xfrm>
            <a:off x="685800" y="1618488"/>
            <a:ext cx="69494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spcAft>
                <a:spcPts val="400"/>
              </a:spcAft>
              <a:buNone/>
            </a:pPr>
            <a:r>
              <a:rPr lang="ar-EG" altLang="en-US" sz="1200" b="1" dirty="0">
                <a:solidFill>
                  <a:schemeClr val="tx2"/>
                </a:solidFill>
              </a:rPr>
              <a:t>الصورة والحدث</a:t>
            </a:r>
            <a:endParaRPr lang="ar-EG" sz="1200" dirty="0"/>
          </a:p>
          <a:p>
            <a:pPr algn="r" indent="0" marL="0">
              <a:spcAft>
                <a:spcPts val="400"/>
              </a:spcAft>
              <a:buNone/>
            </a:pPr>
            <a:r>
              <a:rPr lang="ar-EG" altLang="en-US" sz="1600" dirty="0">
                <a:solidFill>
                  <a:schemeClr val="tx1"/>
                </a:solidFill>
              </a:rPr>
              <a:t>السائح يواصل جولته بإعجاب، بينما يظل آدم واقفاً ينظر بعمق إلى التمثال.</a:t>
            </a:r>
            <a:endParaRPr lang="ar-EG" sz="1200" dirty="0"/>
          </a:p>
        </p:txBody>
      </p:sp>
      <p:sp>
        <p:nvSpPr>
          <p:cNvPr id="10" name="Audio card 1"/>
          <p:cNvSpPr/>
          <p:nvPr/>
        </p:nvSpPr>
        <p:spPr>
          <a:xfrm>
            <a:off x="457200" y="3063240"/>
            <a:ext cx="8229600" cy="1371600"/>
          </a:xfrm>
          <a:prstGeom prst="roundRect">
            <a:avLst>
              <a:gd name="adj" fmla="val 8000"/>
            </a:avLst>
          </a:prstGeom>
          <a:solidFill>
            <a:schemeClr val="tx1"/>
          </a:solidFill>
          <a:ln/>
        </p:spPr>
      </p:sp>
      <p:pic>
        <p:nvPicPr>
          <p:cNvPr id="11" name="Quote icon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3246120"/>
            <a:ext cx="256032" cy="256032"/>
          </a:xfrm>
          <a:prstGeom prst="rect">
            <a:avLst/>
          </a:prstGeom>
        </p:spPr>
      </p:pic>
      <p:sp>
        <p:nvSpPr>
          <p:cNvPr id="12" name="Speaker 1"/>
          <p:cNvSpPr txBox="1"/>
          <p:nvPr/>
        </p:nvSpPr>
        <p:spPr>
          <a:xfrm>
            <a:off x="685800" y="3200400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300" b="1" dirty="0">
                <a:solidFill>
                  <a:schemeClr val="accent1"/>
                </a:solidFill>
              </a:rPr>
              <a:t>تعليق داخلي لآدم</a:t>
            </a:r>
            <a:endParaRPr lang="ar-EG" sz="1300" dirty="0"/>
          </a:p>
        </p:txBody>
      </p:sp>
      <p:sp>
        <p:nvSpPr>
          <p:cNvPr id="13" name="Dialogue 1"/>
          <p:cNvSpPr txBox="1"/>
          <p:nvPr/>
        </p:nvSpPr>
        <p:spPr>
          <a:xfrm>
            <a:off x="685800" y="3593592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2000" dirty="0">
                <a:solidFill>
                  <a:schemeClr val="bg1"/>
                </a:solidFill>
              </a:rPr>
              <a:t>«كنت فاكر دي إجابة كفاية، لكن فجأة حسيت بفرق...»</a:t>
            </a:r>
            <a:endParaRPr lang="ar-EG" sz="2000" dirty="0"/>
          </a:p>
        </p:txBody>
      </p:sp>
      <p:sp>
        <p:nvSpPr>
          <p:cNvPr id="14" name="Progress dot 1"/>
          <p:cNvSpPr/>
          <p:nvPr/>
        </p:nvSpPr>
        <p:spPr>
          <a:xfrm>
            <a:off x="2203704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15" name="Progress dot 2"/>
          <p:cNvSpPr/>
          <p:nvPr/>
        </p:nvSpPr>
        <p:spPr>
          <a:xfrm>
            <a:off x="2423160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16" name="Progress dot 3"/>
          <p:cNvSpPr/>
          <p:nvPr/>
        </p:nvSpPr>
        <p:spPr>
          <a:xfrm>
            <a:off x="2642616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17" name="Progress dot 4"/>
          <p:cNvSpPr/>
          <p:nvPr/>
        </p:nvSpPr>
        <p:spPr>
          <a:xfrm>
            <a:off x="2862072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18" name="Progress dot 5"/>
          <p:cNvSpPr/>
          <p:nvPr/>
        </p:nvSpPr>
        <p:spPr>
          <a:xfrm>
            <a:off x="3081528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19" name="Progress dot 6"/>
          <p:cNvSpPr/>
          <p:nvPr/>
        </p:nvSpPr>
        <p:spPr>
          <a:xfrm>
            <a:off x="3300984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0" name="Progress dot 7"/>
          <p:cNvSpPr/>
          <p:nvPr/>
        </p:nvSpPr>
        <p:spPr>
          <a:xfrm>
            <a:off x="3520440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1" name="Progress dot 8"/>
          <p:cNvSpPr/>
          <p:nvPr/>
        </p:nvSpPr>
        <p:spPr>
          <a:xfrm>
            <a:off x="3739896" y="4681728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2" name="Progress dot 9"/>
          <p:cNvSpPr/>
          <p:nvPr/>
        </p:nvSpPr>
        <p:spPr>
          <a:xfrm>
            <a:off x="3959352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3" name="Progress dot 10"/>
          <p:cNvSpPr/>
          <p:nvPr/>
        </p:nvSpPr>
        <p:spPr>
          <a:xfrm>
            <a:off x="4178808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4" name="Progress dot 11"/>
          <p:cNvSpPr/>
          <p:nvPr/>
        </p:nvSpPr>
        <p:spPr>
          <a:xfrm>
            <a:off x="4398264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5" name="Progress dot 12"/>
          <p:cNvSpPr/>
          <p:nvPr/>
        </p:nvSpPr>
        <p:spPr>
          <a:xfrm>
            <a:off x="4617720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6" name="Progress dot 13"/>
          <p:cNvSpPr/>
          <p:nvPr/>
        </p:nvSpPr>
        <p:spPr>
          <a:xfrm>
            <a:off x="4837176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7" name="Progress dot 14"/>
          <p:cNvSpPr/>
          <p:nvPr/>
        </p:nvSpPr>
        <p:spPr>
          <a:xfrm>
            <a:off x="5056632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8" name="Progress dot 15"/>
          <p:cNvSpPr/>
          <p:nvPr/>
        </p:nvSpPr>
        <p:spPr>
          <a:xfrm>
            <a:off x="5276088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9" name="Progress dot 16"/>
          <p:cNvSpPr/>
          <p:nvPr/>
        </p:nvSpPr>
        <p:spPr>
          <a:xfrm>
            <a:off x="5495544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30" name="Progress dot 17"/>
          <p:cNvSpPr/>
          <p:nvPr/>
        </p:nvSpPr>
        <p:spPr>
          <a:xfrm>
            <a:off x="5715000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31" name="Progress dot 18"/>
          <p:cNvSpPr/>
          <p:nvPr/>
        </p:nvSpPr>
        <p:spPr>
          <a:xfrm>
            <a:off x="5934456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32" name="Progress dot 19"/>
          <p:cNvSpPr/>
          <p:nvPr/>
        </p:nvSpPr>
        <p:spPr>
          <a:xfrm>
            <a:off x="6153912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33" name="Progress dot 20"/>
          <p:cNvSpPr/>
          <p:nvPr/>
        </p:nvSpPr>
        <p:spPr>
          <a:xfrm>
            <a:off x="6373368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34" name="Progress dot 21"/>
          <p:cNvSpPr/>
          <p:nvPr/>
        </p:nvSpPr>
        <p:spPr>
          <a:xfrm>
            <a:off x="6592824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35" name="Progress dot 22"/>
          <p:cNvSpPr/>
          <p:nvPr/>
        </p:nvSpPr>
        <p:spPr>
          <a:xfrm>
            <a:off x="6812280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t tag"/>
          <p:cNvSpPr txBox="1"/>
          <p:nvPr/>
        </p:nvSpPr>
        <p:spPr>
          <a:xfrm>
            <a:off x="32004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300" b="1" dirty="0">
                <a:solidFill>
                  <a:schemeClr val="tx2"/>
                </a:solidFill>
              </a:rPr>
              <a:t>الجزء 3 · ظهور الطفل والحيرة</a:t>
            </a:r>
            <a:endParaRPr lang="ar-EG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600" b="1" dirty="0">
                <a:solidFill>
                  <a:schemeClr val="tx1"/>
                </a:solidFill>
              </a:rPr>
              <a:t>المشهد 9</a:t>
            </a:r>
            <a:endParaRPr lang="ar-EG" sz="3600" dirty="0"/>
          </a:p>
        </p:txBody>
      </p:sp>
      <p:sp>
        <p:nvSpPr>
          <p:cNvPr id="4" name="Time chip"/>
          <p:cNvSpPr/>
          <p:nvPr/>
        </p:nvSpPr>
        <p:spPr>
          <a:xfrm>
            <a:off x="457200" y="713232"/>
            <a:ext cx="1737360" cy="45720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/>
        </p:spPr>
      </p:sp>
      <p:sp>
        <p:nvSpPr>
          <p:cNvPr id="5" name="Time text"/>
          <p:cNvSpPr txBox="1"/>
          <p:nvPr/>
        </p:nvSpPr>
        <p:spPr>
          <a:xfrm>
            <a:off x="457200" y="71323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01:20 – 01:30</a:t>
            </a:r>
            <a:endParaRPr lang="en-US" sz="1500" dirty="0"/>
          </a:p>
        </p:txBody>
      </p:sp>
      <p:sp>
        <p:nvSpPr>
          <p:cNvPr id="6" name="Action card"/>
          <p:cNvSpPr/>
          <p:nvPr/>
        </p:nvSpPr>
        <p:spPr>
          <a:xfrm>
            <a:off x="457200" y="1508760"/>
            <a:ext cx="822960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7" name="Action icon bg"/>
          <p:cNvSpPr/>
          <p:nvPr/>
        </p:nvSpPr>
        <p:spPr>
          <a:xfrm>
            <a:off x="7818120" y="178308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8" name="Action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73568" y="1938528"/>
            <a:ext cx="329184" cy="329184"/>
          </a:xfrm>
          <a:prstGeom prst="rect">
            <a:avLst/>
          </a:prstGeom>
        </p:spPr>
      </p:pic>
      <p:sp>
        <p:nvSpPr>
          <p:cNvPr id="9" name="Action text"/>
          <p:cNvSpPr txBox="1"/>
          <p:nvPr/>
        </p:nvSpPr>
        <p:spPr>
          <a:xfrm>
            <a:off x="685800" y="1618488"/>
            <a:ext cx="69494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spcAft>
                <a:spcPts val="400"/>
              </a:spcAft>
              <a:buNone/>
            </a:pPr>
            <a:r>
              <a:rPr lang="ar-EG" altLang="en-US" sz="1200" b="1" dirty="0">
                <a:solidFill>
                  <a:schemeClr val="tx2"/>
                </a:solidFill>
              </a:rPr>
              <a:t>الصورة والحدث</a:t>
            </a:r>
            <a:endParaRPr lang="ar-EG" sz="1200" dirty="0"/>
          </a:p>
          <a:p>
            <a:pPr algn="r" indent="0" marL="0">
              <a:spcAft>
                <a:spcPts val="400"/>
              </a:spcAft>
              <a:buNone/>
            </a:pPr>
            <a:r>
              <a:rPr lang="ar-EG" altLang="en-US" sz="1600" dirty="0">
                <a:solidFill>
                  <a:schemeClr val="tx1"/>
                </a:solidFill>
              </a:rPr>
              <a:t>استكمال تعليق آدم، وتتحول الكاميرا إلى صندوق عرض أثري يقف أمامه طفل صغير محاولاً الرؤية بداخله.</a:t>
            </a:r>
            <a:endParaRPr lang="ar-EG" sz="1200" dirty="0"/>
          </a:p>
        </p:txBody>
      </p:sp>
      <p:sp>
        <p:nvSpPr>
          <p:cNvPr id="10" name="Audio card 1"/>
          <p:cNvSpPr/>
          <p:nvPr/>
        </p:nvSpPr>
        <p:spPr>
          <a:xfrm>
            <a:off x="457200" y="3063240"/>
            <a:ext cx="8229600" cy="1371600"/>
          </a:xfrm>
          <a:prstGeom prst="roundRect">
            <a:avLst>
              <a:gd name="adj" fmla="val 8000"/>
            </a:avLst>
          </a:prstGeom>
          <a:solidFill>
            <a:schemeClr val="tx1"/>
          </a:solidFill>
          <a:ln/>
        </p:spPr>
      </p:sp>
      <p:pic>
        <p:nvPicPr>
          <p:cNvPr id="11" name="Quote icon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3246120"/>
            <a:ext cx="256032" cy="256032"/>
          </a:xfrm>
          <a:prstGeom prst="rect">
            <a:avLst/>
          </a:prstGeom>
        </p:spPr>
      </p:pic>
      <p:sp>
        <p:nvSpPr>
          <p:cNvPr id="12" name="Speaker 1"/>
          <p:cNvSpPr txBox="1"/>
          <p:nvPr/>
        </p:nvSpPr>
        <p:spPr>
          <a:xfrm>
            <a:off x="685800" y="3200400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300" b="1" dirty="0">
                <a:solidFill>
                  <a:schemeClr val="accent1"/>
                </a:solidFill>
              </a:rPr>
              <a:t>تعليق آدم</a:t>
            </a:r>
            <a:endParaRPr lang="ar-EG" sz="1300" dirty="0"/>
          </a:p>
        </p:txBody>
      </p:sp>
      <p:sp>
        <p:nvSpPr>
          <p:cNvPr id="13" name="Dialogue 1"/>
          <p:cNvSpPr txBox="1"/>
          <p:nvPr/>
        </p:nvSpPr>
        <p:spPr>
          <a:xfrm>
            <a:off x="685800" y="3593592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2000" dirty="0">
                <a:solidFill>
                  <a:schemeClr val="bg1"/>
                </a:solidFill>
              </a:rPr>
              <a:t>«فيه فرق بين إن الأثر يفضل موجود... وإننا نفضل فاهمين حكايته»</a:t>
            </a:r>
            <a:endParaRPr lang="ar-EG" sz="2000" dirty="0"/>
          </a:p>
        </p:txBody>
      </p:sp>
      <p:sp>
        <p:nvSpPr>
          <p:cNvPr id="14" name="Progress dot 1"/>
          <p:cNvSpPr/>
          <p:nvPr/>
        </p:nvSpPr>
        <p:spPr>
          <a:xfrm>
            <a:off x="2203704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15" name="Progress dot 2"/>
          <p:cNvSpPr/>
          <p:nvPr/>
        </p:nvSpPr>
        <p:spPr>
          <a:xfrm>
            <a:off x="2423160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16" name="Progress dot 3"/>
          <p:cNvSpPr/>
          <p:nvPr/>
        </p:nvSpPr>
        <p:spPr>
          <a:xfrm>
            <a:off x="2642616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17" name="Progress dot 4"/>
          <p:cNvSpPr/>
          <p:nvPr/>
        </p:nvSpPr>
        <p:spPr>
          <a:xfrm>
            <a:off x="2862072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18" name="Progress dot 5"/>
          <p:cNvSpPr/>
          <p:nvPr/>
        </p:nvSpPr>
        <p:spPr>
          <a:xfrm>
            <a:off x="3081528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19" name="Progress dot 6"/>
          <p:cNvSpPr/>
          <p:nvPr/>
        </p:nvSpPr>
        <p:spPr>
          <a:xfrm>
            <a:off x="3300984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0" name="Progress dot 7"/>
          <p:cNvSpPr/>
          <p:nvPr/>
        </p:nvSpPr>
        <p:spPr>
          <a:xfrm>
            <a:off x="3520440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1" name="Progress dot 8"/>
          <p:cNvSpPr/>
          <p:nvPr/>
        </p:nvSpPr>
        <p:spPr>
          <a:xfrm>
            <a:off x="3739896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2" name="Progress dot 9"/>
          <p:cNvSpPr/>
          <p:nvPr/>
        </p:nvSpPr>
        <p:spPr>
          <a:xfrm>
            <a:off x="3959352" y="4681728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3" name="Progress dot 10"/>
          <p:cNvSpPr/>
          <p:nvPr/>
        </p:nvSpPr>
        <p:spPr>
          <a:xfrm>
            <a:off x="4178808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4" name="Progress dot 11"/>
          <p:cNvSpPr/>
          <p:nvPr/>
        </p:nvSpPr>
        <p:spPr>
          <a:xfrm>
            <a:off x="4398264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5" name="Progress dot 12"/>
          <p:cNvSpPr/>
          <p:nvPr/>
        </p:nvSpPr>
        <p:spPr>
          <a:xfrm>
            <a:off x="4617720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6" name="Progress dot 13"/>
          <p:cNvSpPr/>
          <p:nvPr/>
        </p:nvSpPr>
        <p:spPr>
          <a:xfrm>
            <a:off x="4837176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7" name="Progress dot 14"/>
          <p:cNvSpPr/>
          <p:nvPr/>
        </p:nvSpPr>
        <p:spPr>
          <a:xfrm>
            <a:off x="5056632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8" name="Progress dot 15"/>
          <p:cNvSpPr/>
          <p:nvPr/>
        </p:nvSpPr>
        <p:spPr>
          <a:xfrm>
            <a:off x="5276088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9" name="Progress dot 16"/>
          <p:cNvSpPr/>
          <p:nvPr/>
        </p:nvSpPr>
        <p:spPr>
          <a:xfrm>
            <a:off x="5495544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30" name="Progress dot 17"/>
          <p:cNvSpPr/>
          <p:nvPr/>
        </p:nvSpPr>
        <p:spPr>
          <a:xfrm>
            <a:off x="5715000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31" name="Progress dot 18"/>
          <p:cNvSpPr/>
          <p:nvPr/>
        </p:nvSpPr>
        <p:spPr>
          <a:xfrm>
            <a:off x="5934456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32" name="Progress dot 19"/>
          <p:cNvSpPr/>
          <p:nvPr/>
        </p:nvSpPr>
        <p:spPr>
          <a:xfrm>
            <a:off x="6153912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33" name="Progress dot 20"/>
          <p:cNvSpPr/>
          <p:nvPr/>
        </p:nvSpPr>
        <p:spPr>
          <a:xfrm>
            <a:off x="6373368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34" name="Progress dot 21"/>
          <p:cNvSpPr/>
          <p:nvPr/>
        </p:nvSpPr>
        <p:spPr>
          <a:xfrm>
            <a:off x="6592824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35" name="Progress dot 22"/>
          <p:cNvSpPr/>
          <p:nvPr/>
        </p:nvSpPr>
        <p:spPr>
          <a:xfrm>
            <a:off x="6812280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t tag"/>
          <p:cNvSpPr txBox="1"/>
          <p:nvPr/>
        </p:nvSpPr>
        <p:spPr>
          <a:xfrm>
            <a:off x="32004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300" b="1" dirty="0">
                <a:solidFill>
                  <a:schemeClr val="tx2"/>
                </a:solidFill>
              </a:rPr>
              <a:t>الجزء 3 · ظهور الطفل والحيرة</a:t>
            </a:r>
            <a:endParaRPr lang="ar-EG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600" b="1" dirty="0">
                <a:solidFill>
                  <a:schemeClr val="tx1"/>
                </a:solidFill>
              </a:rPr>
              <a:t>المشهد 10</a:t>
            </a:r>
            <a:endParaRPr lang="ar-EG" sz="3600" dirty="0"/>
          </a:p>
        </p:txBody>
      </p:sp>
      <p:sp>
        <p:nvSpPr>
          <p:cNvPr id="4" name="Time chip"/>
          <p:cNvSpPr/>
          <p:nvPr/>
        </p:nvSpPr>
        <p:spPr>
          <a:xfrm>
            <a:off x="457200" y="713232"/>
            <a:ext cx="1737360" cy="45720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/>
        </p:spPr>
      </p:sp>
      <p:sp>
        <p:nvSpPr>
          <p:cNvPr id="5" name="Time text"/>
          <p:cNvSpPr txBox="1"/>
          <p:nvPr/>
        </p:nvSpPr>
        <p:spPr>
          <a:xfrm>
            <a:off x="457200" y="71323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01:30 – 01:40</a:t>
            </a:r>
            <a:endParaRPr lang="en-US" sz="1500" dirty="0"/>
          </a:p>
        </p:txBody>
      </p:sp>
      <p:sp>
        <p:nvSpPr>
          <p:cNvPr id="6" name="Action card"/>
          <p:cNvSpPr/>
          <p:nvPr/>
        </p:nvSpPr>
        <p:spPr>
          <a:xfrm>
            <a:off x="457200" y="1508760"/>
            <a:ext cx="822960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7" name="Action icon bg"/>
          <p:cNvSpPr/>
          <p:nvPr/>
        </p:nvSpPr>
        <p:spPr>
          <a:xfrm>
            <a:off x="7818120" y="178308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8" name="Action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73568" y="1938528"/>
            <a:ext cx="329184" cy="329184"/>
          </a:xfrm>
          <a:prstGeom prst="rect">
            <a:avLst/>
          </a:prstGeom>
        </p:spPr>
      </p:pic>
      <p:sp>
        <p:nvSpPr>
          <p:cNvPr id="9" name="Action text"/>
          <p:cNvSpPr txBox="1"/>
          <p:nvPr/>
        </p:nvSpPr>
        <p:spPr>
          <a:xfrm>
            <a:off x="685800" y="1618488"/>
            <a:ext cx="69494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spcAft>
                <a:spcPts val="400"/>
              </a:spcAft>
              <a:buNone/>
            </a:pPr>
            <a:r>
              <a:rPr lang="ar-EG" altLang="en-US" sz="1200" b="1" dirty="0">
                <a:solidFill>
                  <a:schemeClr val="tx2"/>
                </a:solidFill>
              </a:rPr>
              <a:t>الصورة والحدث</a:t>
            </a:r>
            <a:endParaRPr lang="ar-EG" sz="1200" dirty="0"/>
          </a:p>
          <a:p>
            <a:pPr algn="r" indent="0" marL="0">
              <a:spcAft>
                <a:spcPts val="400"/>
              </a:spcAft>
              <a:buNone/>
            </a:pPr>
            <a:r>
              <a:rPr lang="ar-EG" altLang="en-US" sz="1600" dirty="0">
                <a:solidFill>
                  <a:schemeClr val="tx1"/>
                </a:solidFill>
              </a:rPr>
              <a:t>الطفل بملامحه الثابتة يترك صندوق العرض ويقترب بخطواته نحو آدم ليلفت انتباهه داخل قاعة المتحف.</a:t>
            </a:r>
            <a:endParaRPr lang="ar-EG" sz="1200" dirty="0"/>
          </a:p>
        </p:txBody>
      </p:sp>
      <p:sp>
        <p:nvSpPr>
          <p:cNvPr id="10" name="Audio card 1"/>
          <p:cNvSpPr/>
          <p:nvPr/>
        </p:nvSpPr>
        <p:spPr>
          <a:xfrm>
            <a:off x="457200" y="3063240"/>
            <a:ext cx="8229600" cy="1371600"/>
          </a:xfrm>
          <a:prstGeom prst="roundRect">
            <a:avLst>
              <a:gd name="adj" fmla="val 8000"/>
            </a:avLst>
          </a:prstGeom>
          <a:solidFill>
            <a:schemeClr val="tx1"/>
          </a:solidFill>
          <a:ln/>
        </p:spPr>
      </p:sp>
      <p:pic>
        <p:nvPicPr>
          <p:cNvPr id="11" name="Quote icon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3246120"/>
            <a:ext cx="256032" cy="256032"/>
          </a:xfrm>
          <a:prstGeom prst="rect">
            <a:avLst/>
          </a:prstGeom>
        </p:spPr>
      </p:pic>
      <p:sp>
        <p:nvSpPr>
          <p:cNvPr id="12" name="Speaker 1"/>
          <p:cNvSpPr txBox="1"/>
          <p:nvPr/>
        </p:nvSpPr>
        <p:spPr>
          <a:xfrm>
            <a:off x="685800" y="3200400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300" b="1" dirty="0">
                <a:solidFill>
                  <a:schemeClr val="accent1"/>
                </a:solidFill>
              </a:rPr>
              <a:t>الصوت</a:t>
            </a:r>
            <a:endParaRPr lang="ar-EG" sz="1300" dirty="0"/>
          </a:p>
        </p:txBody>
      </p:sp>
      <p:sp>
        <p:nvSpPr>
          <p:cNvPr id="13" name="Dialogue 1"/>
          <p:cNvSpPr txBox="1"/>
          <p:nvPr/>
        </p:nvSpPr>
        <p:spPr>
          <a:xfrm>
            <a:off x="685800" y="3593592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2000" dirty="0">
                <a:solidFill>
                  <a:schemeClr val="bg1"/>
                </a:solidFill>
              </a:rPr>
              <a:t>بدون حوار</a:t>
            </a:r>
            <a:endParaRPr lang="ar-EG" sz="2000" dirty="0"/>
          </a:p>
        </p:txBody>
      </p:sp>
      <p:sp>
        <p:nvSpPr>
          <p:cNvPr id="14" name="Progress dot 1"/>
          <p:cNvSpPr/>
          <p:nvPr/>
        </p:nvSpPr>
        <p:spPr>
          <a:xfrm>
            <a:off x="2203704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15" name="Progress dot 2"/>
          <p:cNvSpPr/>
          <p:nvPr/>
        </p:nvSpPr>
        <p:spPr>
          <a:xfrm>
            <a:off x="2423160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16" name="Progress dot 3"/>
          <p:cNvSpPr/>
          <p:nvPr/>
        </p:nvSpPr>
        <p:spPr>
          <a:xfrm>
            <a:off x="2642616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17" name="Progress dot 4"/>
          <p:cNvSpPr/>
          <p:nvPr/>
        </p:nvSpPr>
        <p:spPr>
          <a:xfrm>
            <a:off x="2862072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18" name="Progress dot 5"/>
          <p:cNvSpPr/>
          <p:nvPr/>
        </p:nvSpPr>
        <p:spPr>
          <a:xfrm>
            <a:off x="3081528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19" name="Progress dot 6"/>
          <p:cNvSpPr/>
          <p:nvPr/>
        </p:nvSpPr>
        <p:spPr>
          <a:xfrm>
            <a:off x="3300984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0" name="Progress dot 7"/>
          <p:cNvSpPr/>
          <p:nvPr/>
        </p:nvSpPr>
        <p:spPr>
          <a:xfrm>
            <a:off x="3520440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1" name="Progress dot 8"/>
          <p:cNvSpPr/>
          <p:nvPr/>
        </p:nvSpPr>
        <p:spPr>
          <a:xfrm>
            <a:off x="3739896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2" name="Progress dot 9"/>
          <p:cNvSpPr/>
          <p:nvPr/>
        </p:nvSpPr>
        <p:spPr>
          <a:xfrm>
            <a:off x="3959352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3" name="Progress dot 10"/>
          <p:cNvSpPr/>
          <p:nvPr/>
        </p:nvSpPr>
        <p:spPr>
          <a:xfrm>
            <a:off x="4178808" y="4681728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4" name="Progress dot 11"/>
          <p:cNvSpPr/>
          <p:nvPr/>
        </p:nvSpPr>
        <p:spPr>
          <a:xfrm>
            <a:off x="4398264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5" name="Progress dot 12"/>
          <p:cNvSpPr/>
          <p:nvPr/>
        </p:nvSpPr>
        <p:spPr>
          <a:xfrm>
            <a:off x="4617720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6" name="Progress dot 13"/>
          <p:cNvSpPr/>
          <p:nvPr/>
        </p:nvSpPr>
        <p:spPr>
          <a:xfrm>
            <a:off x="4837176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7" name="Progress dot 14"/>
          <p:cNvSpPr/>
          <p:nvPr/>
        </p:nvSpPr>
        <p:spPr>
          <a:xfrm>
            <a:off x="5056632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8" name="Progress dot 15"/>
          <p:cNvSpPr/>
          <p:nvPr/>
        </p:nvSpPr>
        <p:spPr>
          <a:xfrm>
            <a:off x="5276088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9" name="Progress dot 16"/>
          <p:cNvSpPr/>
          <p:nvPr/>
        </p:nvSpPr>
        <p:spPr>
          <a:xfrm>
            <a:off x="5495544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30" name="Progress dot 17"/>
          <p:cNvSpPr/>
          <p:nvPr/>
        </p:nvSpPr>
        <p:spPr>
          <a:xfrm>
            <a:off x="5715000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31" name="Progress dot 18"/>
          <p:cNvSpPr/>
          <p:nvPr/>
        </p:nvSpPr>
        <p:spPr>
          <a:xfrm>
            <a:off x="5934456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32" name="Progress dot 19"/>
          <p:cNvSpPr/>
          <p:nvPr/>
        </p:nvSpPr>
        <p:spPr>
          <a:xfrm>
            <a:off x="6153912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33" name="Progress dot 20"/>
          <p:cNvSpPr/>
          <p:nvPr/>
        </p:nvSpPr>
        <p:spPr>
          <a:xfrm>
            <a:off x="6373368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34" name="Progress dot 21"/>
          <p:cNvSpPr/>
          <p:nvPr/>
        </p:nvSpPr>
        <p:spPr>
          <a:xfrm>
            <a:off x="6592824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35" name="Progress dot 22"/>
          <p:cNvSpPr/>
          <p:nvPr/>
        </p:nvSpPr>
        <p:spPr>
          <a:xfrm>
            <a:off x="6812280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t tag"/>
          <p:cNvSpPr txBox="1"/>
          <p:nvPr/>
        </p:nvSpPr>
        <p:spPr>
          <a:xfrm>
            <a:off x="32004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300" b="1" dirty="0">
                <a:solidFill>
                  <a:schemeClr val="tx2"/>
                </a:solidFill>
              </a:rPr>
              <a:t>الجزء 3 · ظهور الطفل والحيرة</a:t>
            </a:r>
            <a:endParaRPr lang="ar-EG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600" b="1" dirty="0">
                <a:solidFill>
                  <a:schemeClr val="tx1"/>
                </a:solidFill>
              </a:rPr>
              <a:t>المشهد 11</a:t>
            </a:r>
            <a:endParaRPr lang="ar-EG" sz="3600" dirty="0"/>
          </a:p>
        </p:txBody>
      </p:sp>
      <p:sp>
        <p:nvSpPr>
          <p:cNvPr id="4" name="Time chip"/>
          <p:cNvSpPr/>
          <p:nvPr/>
        </p:nvSpPr>
        <p:spPr>
          <a:xfrm>
            <a:off x="457200" y="713232"/>
            <a:ext cx="1737360" cy="45720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/>
        </p:spPr>
      </p:sp>
      <p:sp>
        <p:nvSpPr>
          <p:cNvPr id="5" name="Time text"/>
          <p:cNvSpPr txBox="1"/>
          <p:nvPr/>
        </p:nvSpPr>
        <p:spPr>
          <a:xfrm>
            <a:off x="457200" y="71323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01:40 – 01:50</a:t>
            </a:r>
            <a:endParaRPr lang="en-US" sz="1500" dirty="0"/>
          </a:p>
        </p:txBody>
      </p:sp>
      <p:sp>
        <p:nvSpPr>
          <p:cNvPr id="6" name="Action card"/>
          <p:cNvSpPr/>
          <p:nvPr/>
        </p:nvSpPr>
        <p:spPr>
          <a:xfrm>
            <a:off x="457200" y="1508760"/>
            <a:ext cx="822960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7" name="Action icon bg"/>
          <p:cNvSpPr/>
          <p:nvPr/>
        </p:nvSpPr>
        <p:spPr>
          <a:xfrm>
            <a:off x="7818120" y="178308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8" name="Action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73568" y="1938528"/>
            <a:ext cx="329184" cy="329184"/>
          </a:xfrm>
          <a:prstGeom prst="rect">
            <a:avLst/>
          </a:prstGeom>
        </p:spPr>
      </p:pic>
      <p:sp>
        <p:nvSpPr>
          <p:cNvPr id="9" name="Action text"/>
          <p:cNvSpPr txBox="1"/>
          <p:nvPr/>
        </p:nvSpPr>
        <p:spPr>
          <a:xfrm>
            <a:off x="685800" y="1618488"/>
            <a:ext cx="69494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spcAft>
                <a:spcPts val="400"/>
              </a:spcAft>
              <a:buNone/>
            </a:pPr>
            <a:r>
              <a:rPr lang="ar-EG" altLang="en-US" sz="1200" b="1" dirty="0">
                <a:solidFill>
                  <a:schemeClr val="tx2"/>
                </a:solidFill>
              </a:rPr>
              <a:t>الصورة والحدث</a:t>
            </a:r>
            <a:endParaRPr lang="ar-EG" sz="1200" dirty="0"/>
          </a:p>
          <a:p>
            <a:pPr algn="r" indent="0" marL="0">
              <a:spcAft>
                <a:spcPts val="400"/>
              </a:spcAft>
              <a:buNone/>
            </a:pPr>
            <a:r>
              <a:rPr lang="ar-EG" altLang="en-US" sz="1600" dirty="0">
                <a:solidFill>
                  <a:schemeClr val="tx1"/>
                </a:solidFill>
              </a:rPr>
              <a:t>آدم يبتسم وينظر للطفل مجيباً، ثم يسأل الطفل ببراءة.</a:t>
            </a:r>
            <a:endParaRPr lang="ar-EG" sz="1200" dirty="0"/>
          </a:p>
        </p:txBody>
      </p:sp>
      <p:sp>
        <p:nvSpPr>
          <p:cNvPr id="10" name="Audio card 1"/>
          <p:cNvSpPr/>
          <p:nvPr/>
        </p:nvSpPr>
        <p:spPr>
          <a:xfrm>
            <a:off x="4686300" y="3063240"/>
            <a:ext cx="4000500" cy="1371600"/>
          </a:xfrm>
          <a:prstGeom prst="roundRect">
            <a:avLst>
              <a:gd name="adj" fmla="val 8000"/>
            </a:avLst>
          </a:prstGeom>
          <a:solidFill>
            <a:schemeClr val="tx1"/>
          </a:solidFill>
          <a:ln/>
        </p:spPr>
      </p:sp>
      <p:pic>
        <p:nvPicPr>
          <p:cNvPr id="11" name="Quote icon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3246120"/>
            <a:ext cx="256032" cy="256032"/>
          </a:xfrm>
          <a:prstGeom prst="rect">
            <a:avLst/>
          </a:prstGeom>
        </p:spPr>
      </p:pic>
      <p:sp>
        <p:nvSpPr>
          <p:cNvPr id="12" name="Speaker 1"/>
          <p:cNvSpPr txBox="1"/>
          <p:nvPr/>
        </p:nvSpPr>
        <p:spPr>
          <a:xfrm>
            <a:off x="4914900" y="3200400"/>
            <a:ext cx="31775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300" b="1" dirty="0">
                <a:solidFill>
                  <a:schemeClr val="accent1"/>
                </a:solidFill>
              </a:rPr>
              <a:t>آدم</a:t>
            </a:r>
            <a:endParaRPr lang="ar-EG" sz="1300" dirty="0"/>
          </a:p>
        </p:txBody>
      </p:sp>
      <p:sp>
        <p:nvSpPr>
          <p:cNvPr id="13" name="Dialogue 1"/>
          <p:cNvSpPr txBox="1"/>
          <p:nvPr/>
        </p:nvSpPr>
        <p:spPr>
          <a:xfrm>
            <a:off x="4914900" y="3593592"/>
            <a:ext cx="35433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600" dirty="0">
                <a:solidFill>
                  <a:schemeClr val="bg1"/>
                </a:solidFill>
              </a:rPr>
              <a:t>«لأ طبعًا، لسه كل شوية بنكتشف حاجات جديدة»</a:t>
            </a:r>
            <a:endParaRPr lang="ar-EG" sz="1600" dirty="0"/>
          </a:p>
        </p:txBody>
      </p:sp>
      <p:sp>
        <p:nvSpPr>
          <p:cNvPr id="14" name="Audio card 2"/>
          <p:cNvSpPr/>
          <p:nvPr/>
        </p:nvSpPr>
        <p:spPr>
          <a:xfrm>
            <a:off x="457200" y="3063240"/>
            <a:ext cx="4000500" cy="1371600"/>
          </a:xfrm>
          <a:prstGeom prst="roundRect">
            <a:avLst>
              <a:gd name="adj" fmla="val 8000"/>
            </a:avLst>
          </a:prstGeom>
          <a:solidFill>
            <a:schemeClr val="tx1"/>
          </a:solidFill>
          <a:ln/>
        </p:spPr>
      </p:sp>
      <p:pic>
        <p:nvPicPr>
          <p:cNvPr id="15" name="Quote icon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0500" y="3246120"/>
            <a:ext cx="256032" cy="256032"/>
          </a:xfrm>
          <a:prstGeom prst="rect">
            <a:avLst/>
          </a:prstGeom>
        </p:spPr>
      </p:pic>
      <p:sp>
        <p:nvSpPr>
          <p:cNvPr id="16" name="Speaker 2"/>
          <p:cNvSpPr txBox="1"/>
          <p:nvPr/>
        </p:nvSpPr>
        <p:spPr>
          <a:xfrm>
            <a:off x="685800" y="3200400"/>
            <a:ext cx="31775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300" b="1" dirty="0">
                <a:solidFill>
                  <a:schemeClr val="accent1"/>
                </a:solidFill>
              </a:rPr>
              <a:t>الطفل</a:t>
            </a:r>
            <a:endParaRPr lang="ar-EG" sz="1300" dirty="0"/>
          </a:p>
        </p:txBody>
      </p:sp>
      <p:sp>
        <p:nvSpPr>
          <p:cNvPr id="17" name="Dialogue 2"/>
          <p:cNvSpPr txBox="1"/>
          <p:nvPr/>
        </p:nvSpPr>
        <p:spPr>
          <a:xfrm>
            <a:off x="685800" y="3593592"/>
            <a:ext cx="35433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600" dirty="0">
                <a:solidFill>
                  <a:schemeClr val="bg1"/>
                </a:solidFill>
              </a:rPr>
              <a:t>«طب هنفضل نعرف عنهم أكتر إزاي؟»</a:t>
            </a:r>
            <a:endParaRPr lang="ar-EG" sz="1600" dirty="0"/>
          </a:p>
        </p:txBody>
      </p:sp>
      <p:sp>
        <p:nvSpPr>
          <p:cNvPr id="18" name="Progress dot 1"/>
          <p:cNvSpPr/>
          <p:nvPr/>
        </p:nvSpPr>
        <p:spPr>
          <a:xfrm>
            <a:off x="2203704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19" name="Progress dot 2"/>
          <p:cNvSpPr/>
          <p:nvPr/>
        </p:nvSpPr>
        <p:spPr>
          <a:xfrm>
            <a:off x="2423160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0" name="Progress dot 3"/>
          <p:cNvSpPr/>
          <p:nvPr/>
        </p:nvSpPr>
        <p:spPr>
          <a:xfrm>
            <a:off x="2642616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1" name="Progress dot 4"/>
          <p:cNvSpPr/>
          <p:nvPr/>
        </p:nvSpPr>
        <p:spPr>
          <a:xfrm>
            <a:off x="2862072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2" name="Progress dot 5"/>
          <p:cNvSpPr/>
          <p:nvPr/>
        </p:nvSpPr>
        <p:spPr>
          <a:xfrm>
            <a:off x="3081528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3" name="Progress dot 6"/>
          <p:cNvSpPr/>
          <p:nvPr/>
        </p:nvSpPr>
        <p:spPr>
          <a:xfrm>
            <a:off x="3300984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4" name="Progress dot 7"/>
          <p:cNvSpPr/>
          <p:nvPr/>
        </p:nvSpPr>
        <p:spPr>
          <a:xfrm>
            <a:off x="3520440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5" name="Progress dot 8"/>
          <p:cNvSpPr/>
          <p:nvPr/>
        </p:nvSpPr>
        <p:spPr>
          <a:xfrm>
            <a:off x="3739896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6" name="Progress dot 9"/>
          <p:cNvSpPr/>
          <p:nvPr/>
        </p:nvSpPr>
        <p:spPr>
          <a:xfrm>
            <a:off x="3959352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7" name="Progress dot 10"/>
          <p:cNvSpPr/>
          <p:nvPr/>
        </p:nvSpPr>
        <p:spPr>
          <a:xfrm>
            <a:off x="4178808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8" name="Progress dot 11"/>
          <p:cNvSpPr/>
          <p:nvPr/>
        </p:nvSpPr>
        <p:spPr>
          <a:xfrm>
            <a:off x="4398264" y="4681728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9" name="Progress dot 12"/>
          <p:cNvSpPr/>
          <p:nvPr/>
        </p:nvSpPr>
        <p:spPr>
          <a:xfrm>
            <a:off x="4617720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30" name="Progress dot 13"/>
          <p:cNvSpPr/>
          <p:nvPr/>
        </p:nvSpPr>
        <p:spPr>
          <a:xfrm>
            <a:off x="4837176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31" name="Progress dot 14"/>
          <p:cNvSpPr/>
          <p:nvPr/>
        </p:nvSpPr>
        <p:spPr>
          <a:xfrm>
            <a:off x="5056632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32" name="Progress dot 15"/>
          <p:cNvSpPr/>
          <p:nvPr/>
        </p:nvSpPr>
        <p:spPr>
          <a:xfrm>
            <a:off x="5276088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33" name="Progress dot 16"/>
          <p:cNvSpPr/>
          <p:nvPr/>
        </p:nvSpPr>
        <p:spPr>
          <a:xfrm>
            <a:off x="5495544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34" name="Progress dot 17"/>
          <p:cNvSpPr/>
          <p:nvPr/>
        </p:nvSpPr>
        <p:spPr>
          <a:xfrm>
            <a:off x="5715000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35" name="Progress dot 18"/>
          <p:cNvSpPr/>
          <p:nvPr/>
        </p:nvSpPr>
        <p:spPr>
          <a:xfrm>
            <a:off x="5934456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36" name="Progress dot 19"/>
          <p:cNvSpPr/>
          <p:nvPr/>
        </p:nvSpPr>
        <p:spPr>
          <a:xfrm>
            <a:off x="6153912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37" name="Progress dot 20"/>
          <p:cNvSpPr/>
          <p:nvPr/>
        </p:nvSpPr>
        <p:spPr>
          <a:xfrm>
            <a:off x="6373368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38" name="Progress dot 21"/>
          <p:cNvSpPr/>
          <p:nvPr/>
        </p:nvSpPr>
        <p:spPr>
          <a:xfrm>
            <a:off x="6592824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39" name="Progress dot 22"/>
          <p:cNvSpPr/>
          <p:nvPr/>
        </p:nvSpPr>
        <p:spPr>
          <a:xfrm>
            <a:off x="6812280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t tag"/>
          <p:cNvSpPr txBox="1"/>
          <p:nvPr/>
        </p:nvSpPr>
        <p:spPr>
          <a:xfrm>
            <a:off x="32004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300" b="1" dirty="0">
                <a:solidFill>
                  <a:schemeClr val="tx2"/>
                </a:solidFill>
              </a:rPr>
              <a:t>الجزء 3 · ظهور الطفل والحيرة</a:t>
            </a:r>
            <a:endParaRPr lang="ar-EG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600" b="1" dirty="0">
                <a:solidFill>
                  <a:schemeClr val="tx1"/>
                </a:solidFill>
              </a:rPr>
              <a:t>المشهد 12</a:t>
            </a:r>
            <a:endParaRPr lang="ar-EG" sz="3600" dirty="0"/>
          </a:p>
        </p:txBody>
      </p:sp>
      <p:sp>
        <p:nvSpPr>
          <p:cNvPr id="4" name="Time chip"/>
          <p:cNvSpPr/>
          <p:nvPr/>
        </p:nvSpPr>
        <p:spPr>
          <a:xfrm>
            <a:off x="457200" y="713232"/>
            <a:ext cx="1737360" cy="45720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/>
        </p:spPr>
      </p:sp>
      <p:sp>
        <p:nvSpPr>
          <p:cNvPr id="5" name="Time text"/>
          <p:cNvSpPr txBox="1"/>
          <p:nvPr/>
        </p:nvSpPr>
        <p:spPr>
          <a:xfrm>
            <a:off x="457200" y="71323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01:50 – 02:00</a:t>
            </a:r>
            <a:endParaRPr lang="en-US" sz="1500" dirty="0"/>
          </a:p>
        </p:txBody>
      </p:sp>
      <p:sp>
        <p:nvSpPr>
          <p:cNvPr id="6" name="Action card"/>
          <p:cNvSpPr/>
          <p:nvPr/>
        </p:nvSpPr>
        <p:spPr>
          <a:xfrm>
            <a:off x="457200" y="1508760"/>
            <a:ext cx="822960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7" name="Action icon bg"/>
          <p:cNvSpPr/>
          <p:nvPr/>
        </p:nvSpPr>
        <p:spPr>
          <a:xfrm>
            <a:off x="7818120" y="178308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8" name="Action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73568" y="1938528"/>
            <a:ext cx="329184" cy="329184"/>
          </a:xfrm>
          <a:prstGeom prst="rect">
            <a:avLst/>
          </a:prstGeom>
        </p:spPr>
      </p:pic>
      <p:sp>
        <p:nvSpPr>
          <p:cNvPr id="9" name="Action text"/>
          <p:cNvSpPr txBox="1"/>
          <p:nvPr/>
        </p:nvSpPr>
        <p:spPr>
          <a:xfrm>
            <a:off x="685800" y="1618488"/>
            <a:ext cx="69494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spcAft>
                <a:spcPts val="400"/>
              </a:spcAft>
              <a:buNone/>
            </a:pPr>
            <a:r>
              <a:rPr lang="ar-EG" altLang="en-US" sz="1200" b="1" dirty="0">
                <a:solidFill>
                  <a:schemeClr val="tx2"/>
                </a:solidFill>
              </a:rPr>
              <a:t>الصورة والحدث</a:t>
            </a:r>
            <a:endParaRPr lang="ar-EG" sz="1200" dirty="0"/>
          </a:p>
          <a:p>
            <a:pPr algn="r" indent="0" marL="0">
              <a:spcAft>
                <a:spcPts val="400"/>
              </a:spcAft>
              <a:buNone/>
            </a:pPr>
            <a:r>
              <a:rPr lang="ar-EG" altLang="en-US" sz="1600" dirty="0">
                <a:solidFill>
                  <a:schemeClr val="tx1"/>
                </a:solidFill>
              </a:rPr>
              <a:t>آدم يفتح فمه ليرد لكنه يتوقف تماماً، تختفي الأصوات وتعم حالة من الصمت، مع زووم مقرب على وجه آدم الصامت والمرتبك.</a:t>
            </a:r>
            <a:endParaRPr lang="ar-EG" sz="1200" dirty="0"/>
          </a:p>
        </p:txBody>
      </p:sp>
      <p:sp>
        <p:nvSpPr>
          <p:cNvPr id="10" name="Audio card 1"/>
          <p:cNvSpPr/>
          <p:nvPr/>
        </p:nvSpPr>
        <p:spPr>
          <a:xfrm>
            <a:off x="457200" y="3063240"/>
            <a:ext cx="8229600" cy="1371600"/>
          </a:xfrm>
          <a:prstGeom prst="roundRect">
            <a:avLst>
              <a:gd name="adj" fmla="val 8000"/>
            </a:avLst>
          </a:prstGeom>
          <a:solidFill>
            <a:schemeClr val="tx1"/>
          </a:solidFill>
          <a:ln/>
        </p:spPr>
      </p:sp>
      <p:pic>
        <p:nvPicPr>
          <p:cNvPr id="11" name="Quote icon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3246120"/>
            <a:ext cx="256032" cy="256032"/>
          </a:xfrm>
          <a:prstGeom prst="rect">
            <a:avLst/>
          </a:prstGeom>
        </p:spPr>
      </p:pic>
      <p:sp>
        <p:nvSpPr>
          <p:cNvPr id="12" name="Speaker 1"/>
          <p:cNvSpPr txBox="1"/>
          <p:nvPr/>
        </p:nvSpPr>
        <p:spPr>
          <a:xfrm>
            <a:off x="685800" y="3200400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300" b="1" dirty="0">
                <a:solidFill>
                  <a:schemeClr val="accent1"/>
                </a:solidFill>
              </a:rPr>
              <a:t>الصوت</a:t>
            </a:r>
            <a:endParaRPr lang="ar-EG" sz="1300" dirty="0"/>
          </a:p>
        </p:txBody>
      </p:sp>
      <p:sp>
        <p:nvSpPr>
          <p:cNvPr id="13" name="Dialogue 1"/>
          <p:cNvSpPr txBox="1"/>
          <p:nvPr/>
        </p:nvSpPr>
        <p:spPr>
          <a:xfrm>
            <a:off x="685800" y="3593592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2000" dirty="0">
                <a:solidFill>
                  <a:schemeClr val="bg1"/>
                </a:solidFill>
              </a:rPr>
              <a:t>صمت تام — تختفي الأصوات</a:t>
            </a:r>
            <a:endParaRPr lang="ar-EG" sz="2000" dirty="0"/>
          </a:p>
        </p:txBody>
      </p:sp>
      <p:sp>
        <p:nvSpPr>
          <p:cNvPr id="14" name="Progress dot 1"/>
          <p:cNvSpPr/>
          <p:nvPr/>
        </p:nvSpPr>
        <p:spPr>
          <a:xfrm>
            <a:off x="2203704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15" name="Progress dot 2"/>
          <p:cNvSpPr/>
          <p:nvPr/>
        </p:nvSpPr>
        <p:spPr>
          <a:xfrm>
            <a:off x="2423160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16" name="Progress dot 3"/>
          <p:cNvSpPr/>
          <p:nvPr/>
        </p:nvSpPr>
        <p:spPr>
          <a:xfrm>
            <a:off x="2642616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17" name="Progress dot 4"/>
          <p:cNvSpPr/>
          <p:nvPr/>
        </p:nvSpPr>
        <p:spPr>
          <a:xfrm>
            <a:off x="2862072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18" name="Progress dot 5"/>
          <p:cNvSpPr/>
          <p:nvPr/>
        </p:nvSpPr>
        <p:spPr>
          <a:xfrm>
            <a:off x="3081528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19" name="Progress dot 6"/>
          <p:cNvSpPr/>
          <p:nvPr/>
        </p:nvSpPr>
        <p:spPr>
          <a:xfrm>
            <a:off x="3300984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0" name="Progress dot 7"/>
          <p:cNvSpPr/>
          <p:nvPr/>
        </p:nvSpPr>
        <p:spPr>
          <a:xfrm>
            <a:off x="3520440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1" name="Progress dot 8"/>
          <p:cNvSpPr/>
          <p:nvPr/>
        </p:nvSpPr>
        <p:spPr>
          <a:xfrm>
            <a:off x="3739896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2" name="Progress dot 9"/>
          <p:cNvSpPr/>
          <p:nvPr/>
        </p:nvSpPr>
        <p:spPr>
          <a:xfrm>
            <a:off x="3959352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3" name="Progress dot 10"/>
          <p:cNvSpPr/>
          <p:nvPr/>
        </p:nvSpPr>
        <p:spPr>
          <a:xfrm>
            <a:off x="4178808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4" name="Progress dot 11"/>
          <p:cNvSpPr/>
          <p:nvPr/>
        </p:nvSpPr>
        <p:spPr>
          <a:xfrm>
            <a:off x="4398264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5" name="Progress dot 12"/>
          <p:cNvSpPr/>
          <p:nvPr/>
        </p:nvSpPr>
        <p:spPr>
          <a:xfrm>
            <a:off x="4617720" y="4681728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6" name="Progress dot 13"/>
          <p:cNvSpPr/>
          <p:nvPr/>
        </p:nvSpPr>
        <p:spPr>
          <a:xfrm>
            <a:off x="4837176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7" name="Progress dot 14"/>
          <p:cNvSpPr/>
          <p:nvPr/>
        </p:nvSpPr>
        <p:spPr>
          <a:xfrm>
            <a:off x="5056632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8" name="Progress dot 15"/>
          <p:cNvSpPr/>
          <p:nvPr/>
        </p:nvSpPr>
        <p:spPr>
          <a:xfrm>
            <a:off x="5276088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9" name="Progress dot 16"/>
          <p:cNvSpPr/>
          <p:nvPr/>
        </p:nvSpPr>
        <p:spPr>
          <a:xfrm>
            <a:off x="5495544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30" name="Progress dot 17"/>
          <p:cNvSpPr/>
          <p:nvPr/>
        </p:nvSpPr>
        <p:spPr>
          <a:xfrm>
            <a:off x="5715000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31" name="Progress dot 18"/>
          <p:cNvSpPr/>
          <p:nvPr/>
        </p:nvSpPr>
        <p:spPr>
          <a:xfrm>
            <a:off x="5934456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32" name="Progress dot 19"/>
          <p:cNvSpPr/>
          <p:nvPr/>
        </p:nvSpPr>
        <p:spPr>
          <a:xfrm>
            <a:off x="6153912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33" name="Progress dot 20"/>
          <p:cNvSpPr/>
          <p:nvPr/>
        </p:nvSpPr>
        <p:spPr>
          <a:xfrm>
            <a:off x="6373368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34" name="Progress dot 21"/>
          <p:cNvSpPr/>
          <p:nvPr/>
        </p:nvSpPr>
        <p:spPr>
          <a:xfrm>
            <a:off x="6592824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35" name="Progress dot 22"/>
          <p:cNvSpPr/>
          <p:nvPr/>
        </p:nvSpPr>
        <p:spPr>
          <a:xfrm>
            <a:off x="6812280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t tag"/>
          <p:cNvSpPr txBox="1"/>
          <p:nvPr/>
        </p:nvSpPr>
        <p:spPr>
          <a:xfrm>
            <a:off x="32004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300" b="1" dirty="0">
                <a:solidFill>
                  <a:schemeClr val="tx2"/>
                </a:solidFill>
              </a:rPr>
              <a:t>الجزء 4 · إجابة الوعي والانصراف</a:t>
            </a:r>
            <a:endParaRPr lang="ar-EG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600" b="1" dirty="0">
                <a:solidFill>
                  <a:schemeClr val="tx1"/>
                </a:solidFill>
              </a:rPr>
              <a:t>المشهد 13</a:t>
            </a:r>
            <a:endParaRPr lang="ar-EG" sz="3600" dirty="0"/>
          </a:p>
        </p:txBody>
      </p:sp>
      <p:sp>
        <p:nvSpPr>
          <p:cNvPr id="4" name="Time chip"/>
          <p:cNvSpPr/>
          <p:nvPr/>
        </p:nvSpPr>
        <p:spPr>
          <a:xfrm>
            <a:off x="457200" y="713232"/>
            <a:ext cx="1737360" cy="45720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/>
        </p:spPr>
      </p:sp>
      <p:sp>
        <p:nvSpPr>
          <p:cNvPr id="5" name="Time text"/>
          <p:cNvSpPr txBox="1"/>
          <p:nvPr/>
        </p:nvSpPr>
        <p:spPr>
          <a:xfrm>
            <a:off x="457200" y="71323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02:00 – 02:10</a:t>
            </a:r>
            <a:endParaRPr lang="en-US" sz="1500" dirty="0"/>
          </a:p>
        </p:txBody>
      </p:sp>
      <p:sp>
        <p:nvSpPr>
          <p:cNvPr id="6" name="Action card"/>
          <p:cNvSpPr/>
          <p:nvPr/>
        </p:nvSpPr>
        <p:spPr>
          <a:xfrm>
            <a:off x="457200" y="1508760"/>
            <a:ext cx="822960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7" name="Action icon bg"/>
          <p:cNvSpPr/>
          <p:nvPr/>
        </p:nvSpPr>
        <p:spPr>
          <a:xfrm>
            <a:off x="7818120" y="178308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8" name="Action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73568" y="1938528"/>
            <a:ext cx="329184" cy="329184"/>
          </a:xfrm>
          <a:prstGeom prst="rect">
            <a:avLst/>
          </a:prstGeom>
        </p:spPr>
      </p:pic>
      <p:sp>
        <p:nvSpPr>
          <p:cNvPr id="9" name="Action text"/>
          <p:cNvSpPr txBox="1"/>
          <p:nvPr/>
        </p:nvSpPr>
        <p:spPr>
          <a:xfrm>
            <a:off x="685800" y="1618488"/>
            <a:ext cx="69494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spcAft>
                <a:spcPts val="400"/>
              </a:spcAft>
              <a:buNone/>
            </a:pPr>
            <a:r>
              <a:rPr lang="ar-EG" altLang="en-US" sz="1200" b="1" dirty="0">
                <a:solidFill>
                  <a:schemeClr val="tx2"/>
                </a:solidFill>
              </a:rPr>
              <a:t>الصورة والحدث</a:t>
            </a:r>
            <a:endParaRPr lang="ar-EG" sz="1200" dirty="0"/>
          </a:p>
          <a:p>
            <a:pPr algn="r" indent="0" marL="0">
              <a:spcAft>
                <a:spcPts val="400"/>
              </a:spcAft>
              <a:buNone/>
            </a:pPr>
            <a:r>
              <a:rPr lang="ar-EG" altLang="en-US" sz="1600" dirty="0">
                <a:solidFill>
                  <a:schemeClr val="tx1"/>
                </a:solidFill>
              </a:rPr>
              <a:t>تعليق آدم الداخلي.</a:t>
            </a:r>
            <a:endParaRPr lang="ar-EG" sz="1200" dirty="0"/>
          </a:p>
        </p:txBody>
      </p:sp>
      <p:sp>
        <p:nvSpPr>
          <p:cNvPr id="10" name="Audio card 1"/>
          <p:cNvSpPr/>
          <p:nvPr/>
        </p:nvSpPr>
        <p:spPr>
          <a:xfrm>
            <a:off x="457200" y="3063240"/>
            <a:ext cx="8229600" cy="1371600"/>
          </a:xfrm>
          <a:prstGeom prst="roundRect">
            <a:avLst>
              <a:gd name="adj" fmla="val 8000"/>
            </a:avLst>
          </a:prstGeom>
          <a:solidFill>
            <a:schemeClr val="tx1"/>
          </a:solidFill>
          <a:ln/>
        </p:spPr>
      </p:sp>
      <p:pic>
        <p:nvPicPr>
          <p:cNvPr id="11" name="Quote icon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3246120"/>
            <a:ext cx="256032" cy="256032"/>
          </a:xfrm>
          <a:prstGeom prst="rect">
            <a:avLst/>
          </a:prstGeom>
        </p:spPr>
      </p:pic>
      <p:sp>
        <p:nvSpPr>
          <p:cNvPr id="12" name="Speaker 1"/>
          <p:cNvSpPr txBox="1"/>
          <p:nvPr/>
        </p:nvSpPr>
        <p:spPr>
          <a:xfrm>
            <a:off x="685800" y="3200400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300" b="1" dirty="0">
                <a:solidFill>
                  <a:schemeClr val="accent1"/>
                </a:solidFill>
              </a:rPr>
              <a:t>تعليق داخلي لآدم</a:t>
            </a:r>
            <a:endParaRPr lang="ar-EG" sz="1300" dirty="0"/>
          </a:p>
        </p:txBody>
      </p:sp>
      <p:sp>
        <p:nvSpPr>
          <p:cNvPr id="13" name="Dialogue 1"/>
          <p:cNvSpPr txBox="1"/>
          <p:nvPr/>
        </p:nvSpPr>
        <p:spPr>
          <a:xfrm>
            <a:off x="685800" y="3593592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800" dirty="0">
                <a:solidFill>
                  <a:schemeClr val="bg1"/>
                </a:solidFill>
              </a:rPr>
              <a:t>«ما كانش سؤال صعب... لكني ما لقيتش له إجابة سهلة لأول مرة، لأني فكرت في إحنا هنعمل إيه باللي سابه»</a:t>
            </a:r>
            <a:endParaRPr lang="ar-EG" sz="1800" dirty="0"/>
          </a:p>
        </p:txBody>
      </p:sp>
      <p:sp>
        <p:nvSpPr>
          <p:cNvPr id="14" name="Progress dot 1"/>
          <p:cNvSpPr/>
          <p:nvPr/>
        </p:nvSpPr>
        <p:spPr>
          <a:xfrm>
            <a:off x="2203704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15" name="Progress dot 2"/>
          <p:cNvSpPr/>
          <p:nvPr/>
        </p:nvSpPr>
        <p:spPr>
          <a:xfrm>
            <a:off x="2423160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16" name="Progress dot 3"/>
          <p:cNvSpPr/>
          <p:nvPr/>
        </p:nvSpPr>
        <p:spPr>
          <a:xfrm>
            <a:off x="2642616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17" name="Progress dot 4"/>
          <p:cNvSpPr/>
          <p:nvPr/>
        </p:nvSpPr>
        <p:spPr>
          <a:xfrm>
            <a:off x="2862072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18" name="Progress dot 5"/>
          <p:cNvSpPr/>
          <p:nvPr/>
        </p:nvSpPr>
        <p:spPr>
          <a:xfrm>
            <a:off x="3081528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19" name="Progress dot 6"/>
          <p:cNvSpPr/>
          <p:nvPr/>
        </p:nvSpPr>
        <p:spPr>
          <a:xfrm>
            <a:off x="3300984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0" name="Progress dot 7"/>
          <p:cNvSpPr/>
          <p:nvPr/>
        </p:nvSpPr>
        <p:spPr>
          <a:xfrm>
            <a:off x="3520440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1" name="Progress dot 8"/>
          <p:cNvSpPr/>
          <p:nvPr/>
        </p:nvSpPr>
        <p:spPr>
          <a:xfrm>
            <a:off x="3739896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2" name="Progress dot 9"/>
          <p:cNvSpPr/>
          <p:nvPr/>
        </p:nvSpPr>
        <p:spPr>
          <a:xfrm>
            <a:off x="3959352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3" name="Progress dot 10"/>
          <p:cNvSpPr/>
          <p:nvPr/>
        </p:nvSpPr>
        <p:spPr>
          <a:xfrm>
            <a:off x="4178808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4" name="Progress dot 11"/>
          <p:cNvSpPr/>
          <p:nvPr/>
        </p:nvSpPr>
        <p:spPr>
          <a:xfrm>
            <a:off x="4398264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5" name="Progress dot 12"/>
          <p:cNvSpPr/>
          <p:nvPr/>
        </p:nvSpPr>
        <p:spPr>
          <a:xfrm>
            <a:off x="4617720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6" name="Progress dot 13"/>
          <p:cNvSpPr/>
          <p:nvPr/>
        </p:nvSpPr>
        <p:spPr>
          <a:xfrm>
            <a:off x="4837176" y="4681728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7" name="Progress dot 14"/>
          <p:cNvSpPr/>
          <p:nvPr/>
        </p:nvSpPr>
        <p:spPr>
          <a:xfrm>
            <a:off x="5056632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8" name="Progress dot 15"/>
          <p:cNvSpPr/>
          <p:nvPr/>
        </p:nvSpPr>
        <p:spPr>
          <a:xfrm>
            <a:off x="5276088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9" name="Progress dot 16"/>
          <p:cNvSpPr/>
          <p:nvPr/>
        </p:nvSpPr>
        <p:spPr>
          <a:xfrm>
            <a:off x="5495544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30" name="Progress dot 17"/>
          <p:cNvSpPr/>
          <p:nvPr/>
        </p:nvSpPr>
        <p:spPr>
          <a:xfrm>
            <a:off x="5715000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31" name="Progress dot 18"/>
          <p:cNvSpPr/>
          <p:nvPr/>
        </p:nvSpPr>
        <p:spPr>
          <a:xfrm>
            <a:off x="5934456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32" name="Progress dot 19"/>
          <p:cNvSpPr/>
          <p:nvPr/>
        </p:nvSpPr>
        <p:spPr>
          <a:xfrm>
            <a:off x="6153912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33" name="Progress dot 20"/>
          <p:cNvSpPr/>
          <p:nvPr/>
        </p:nvSpPr>
        <p:spPr>
          <a:xfrm>
            <a:off x="6373368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34" name="Progress dot 21"/>
          <p:cNvSpPr/>
          <p:nvPr/>
        </p:nvSpPr>
        <p:spPr>
          <a:xfrm>
            <a:off x="6592824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35" name="Progress dot 22"/>
          <p:cNvSpPr/>
          <p:nvPr/>
        </p:nvSpPr>
        <p:spPr>
          <a:xfrm>
            <a:off x="6812280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t tag"/>
          <p:cNvSpPr txBox="1"/>
          <p:nvPr/>
        </p:nvSpPr>
        <p:spPr>
          <a:xfrm>
            <a:off x="32004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300" b="1" dirty="0">
                <a:solidFill>
                  <a:schemeClr val="tx2"/>
                </a:solidFill>
              </a:rPr>
              <a:t>الجزء 4 · إجابة الوعي والانصراف</a:t>
            </a:r>
            <a:endParaRPr lang="ar-EG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600" b="1" dirty="0">
                <a:solidFill>
                  <a:schemeClr val="tx1"/>
                </a:solidFill>
              </a:rPr>
              <a:t>المشهد 14</a:t>
            </a:r>
            <a:endParaRPr lang="ar-EG" sz="3600" dirty="0"/>
          </a:p>
        </p:txBody>
      </p:sp>
      <p:sp>
        <p:nvSpPr>
          <p:cNvPr id="4" name="Time chip"/>
          <p:cNvSpPr/>
          <p:nvPr/>
        </p:nvSpPr>
        <p:spPr>
          <a:xfrm>
            <a:off x="457200" y="713232"/>
            <a:ext cx="1737360" cy="45720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/>
        </p:spPr>
      </p:sp>
      <p:sp>
        <p:nvSpPr>
          <p:cNvPr id="5" name="Time text"/>
          <p:cNvSpPr txBox="1"/>
          <p:nvPr/>
        </p:nvSpPr>
        <p:spPr>
          <a:xfrm>
            <a:off x="457200" y="71323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02:10 – 02:20</a:t>
            </a:r>
            <a:endParaRPr lang="en-US" sz="1500" dirty="0"/>
          </a:p>
        </p:txBody>
      </p:sp>
      <p:sp>
        <p:nvSpPr>
          <p:cNvPr id="6" name="Action card"/>
          <p:cNvSpPr/>
          <p:nvPr/>
        </p:nvSpPr>
        <p:spPr>
          <a:xfrm>
            <a:off x="457200" y="1508760"/>
            <a:ext cx="822960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7" name="Action icon bg"/>
          <p:cNvSpPr/>
          <p:nvPr/>
        </p:nvSpPr>
        <p:spPr>
          <a:xfrm>
            <a:off x="7818120" y="178308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8" name="Action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73568" y="1938528"/>
            <a:ext cx="329184" cy="329184"/>
          </a:xfrm>
          <a:prstGeom prst="rect">
            <a:avLst/>
          </a:prstGeom>
        </p:spPr>
      </p:pic>
      <p:sp>
        <p:nvSpPr>
          <p:cNvPr id="9" name="Action text"/>
          <p:cNvSpPr txBox="1"/>
          <p:nvPr/>
        </p:nvSpPr>
        <p:spPr>
          <a:xfrm>
            <a:off x="685800" y="1618488"/>
            <a:ext cx="69494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spcAft>
                <a:spcPts val="400"/>
              </a:spcAft>
              <a:buNone/>
            </a:pPr>
            <a:r>
              <a:rPr lang="ar-EG" altLang="en-US" sz="1200" b="1" dirty="0">
                <a:solidFill>
                  <a:schemeClr val="tx2"/>
                </a:solidFill>
              </a:rPr>
              <a:t>الصورة والحدث</a:t>
            </a:r>
            <a:endParaRPr lang="ar-EG" sz="1200" dirty="0"/>
          </a:p>
          <a:p>
            <a:pPr algn="r" indent="0" marL="0">
              <a:spcAft>
                <a:spcPts val="400"/>
              </a:spcAft>
              <a:buNone/>
            </a:pPr>
            <a:r>
              <a:rPr lang="ar-EG" altLang="en-US" sz="1600" dirty="0">
                <a:solidFill>
                  <a:schemeClr val="tx1"/>
                </a:solidFill>
              </a:rPr>
              <a:t>آدم ينزل بمستوى الطفل بقميصه البيج ويمسك بكتفه.</a:t>
            </a:r>
            <a:endParaRPr lang="ar-EG" sz="1200" dirty="0"/>
          </a:p>
        </p:txBody>
      </p:sp>
      <p:sp>
        <p:nvSpPr>
          <p:cNvPr id="10" name="Audio card 1"/>
          <p:cNvSpPr/>
          <p:nvPr/>
        </p:nvSpPr>
        <p:spPr>
          <a:xfrm>
            <a:off x="457200" y="3063240"/>
            <a:ext cx="8229600" cy="1371600"/>
          </a:xfrm>
          <a:prstGeom prst="roundRect">
            <a:avLst>
              <a:gd name="adj" fmla="val 8000"/>
            </a:avLst>
          </a:prstGeom>
          <a:solidFill>
            <a:schemeClr val="tx1"/>
          </a:solidFill>
          <a:ln/>
        </p:spPr>
      </p:sp>
      <p:pic>
        <p:nvPicPr>
          <p:cNvPr id="11" name="Quote icon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3246120"/>
            <a:ext cx="256032" cy="256032"/>
          </a:xfrm>
          <a:prstGeom prst="rect">
            <a:avLst/>
          </a:prstGeom>
        </p:spPr>
      </p:pic>
      <p:sp>
        <p:nvSpPr>
          <p:cNvPr id="12" name="Speaker 1"/>
          <p:cNvSpPr txBox="1"/>
          <p:nvPr/>
        </p:nvSpPr>
        <p:spPr>
          <a:xfrm>
            <a:off x="685800" y="3200400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300" b="1" dirty="0">
                <a:solidFill>
                  <a:schemeClr val="accent1"/>
                </a:solidFill>
              </a:rPr>
              <a:t>آدم</a:t>
            </a:r>
            <a:endParaRPr lang="ar-EG" sz="1300" dirty="0"/>
          </a:p>
        </p:txBody>
      </p:sp>
      <p:sp>
        <p:nvSpPr>
          <p:cNvPr id="13" name="Dialogue 1"/>
          <p:cNvSpPr txBox="1"/>
          <p:nvPr/>
        </p:nvSpPr>
        <p:spPr>
          <a:xfrm>
            <a:off x="685800" y="3593592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2000" dirty="0">
                <a:solidFill>
                  <a:schemeClr val="bg1"/>
                </a:solidFill>
              </a:rPr>
              <a:t>«عارف يا بطل... عشان نعرف عنهم أكتر، لازم نفضل نسأل وندور ونتعلم»</a:t>
            </a:r>
            <a:endParaRPr lang="ar-EG" sz="2000" dirty="0"/>
          </a:p>
        </p:txBody>
      </p:sp>
      <p:sp>
        <p:nvSpPr>
          <p:cNvPr id="14" name="Progress dot 1"/>
          <p:cNvSpPr/>
          <p:nvPr/>
        </p:nvSpPr>
        <p:spPr>
          <a:xfrm>
            <a:off x="2203704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15" name="Progress dot 2"/>
          <p:cNvSpPr/>
          <p:nvPr/>
        </p:nvSpPr>
        <p:spPr>
          <a:xfrm>
            <a:off x="2423160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16" name="Progress dot 3"/>
          <p:cNvSpPr/>
          <p:nvPr/>
        </p:nvSpPr>
        <p:spPr>
          <a:xfrm>
            <a:off x="2642616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17" name="Progress dot 4"/>
          <p:cNvSpPr/>
          <p:nvPr/>
        </p:nvSpPr>
        <p:spPr>
          <a:xfrm>
            <a:off x="2862072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18" name="Progress dot 5"/>
          <p:cNvSpPr/>
          <p:nvPr/>
        </p:nvSpPr>
        <p:spPr>
          <a:xfrm>
            <a:off x="3081528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19" name="Progress dot 6"/>
          <p:cNvSpPr/>
          <p:nvPr/>
        </p:nvSpPr>
        <p:spPr>
          <a:xfrm>
            <a:off x="3300984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0" name="Progress dot 7"/>
          <p:cNvSpPr/>
          <p:nvPr/>
        </p:nvSpPr>
        <p:spPr>
          <a:xfrm>
            <a:off x="3520440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1" name="Progress dot 8"/>
          <p:cNvSpPr/>
          <p:nvPr/>
        </p:nvSpPr>
        <p:spPr>
          <a:xfrm>
            <a:off x="3739896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2" name="Progress dot 9"/>
          <p:cNvSpPr/>
          <p:nvPr/>
        </p:nvSpPr>
        <p:spPr>
          <a:xfrm>
            <a:off x="3959352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3" name="Progress dot 10"/>
          <p:cNvSpPr/>
          <p:nvPr/>
        </p:nvSpPr>
        <p:spPr>
          <a:xfrm>
            <a:off x="4178808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4" name="Progress dot 11"/>
          <p:cNvSpPr/>
          <p:nvPr/>
        </p:nvSpPr>
        <p:spPr>
          <a:xfrm>
            <a:off x="4398264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5" name="Progress dot 12"/>
          <p:cNvSpPr/>
          <p:nvPr/>
        </p:nvSpPr>
        <p:spPr>
          <a:xfrm>
            <a:off x="4617720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6" name="Progress dot 13"/>
          <p:cNvSpPr/>
          <p:nvPr/>
        </p:nvSpPr>
        <p:spPr>
          <a:xfrm>
            <a:off x="4837176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7" name="Progress dot 14"/>
          <p:cNvSpPr/>
          <p:nvPr/>
        </p:nvSpPr>
        <p:spPr>
          <a:xfrm>
            <a:off x="5056632" y="4681728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8" name="Progress dot 15"/>
          <p:cNvSpPr/>
          <p:nvPr/>
        </p:nvSpPr>
        <p:spPr>
          <a:xfrm>
            <a:off x="5276088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9" name="Progress dot 16"/>
          <p:cNvSpPr/>
          <p:nvPr/>
        </p:nvSpPr>
        <p:spPr>
          <a:xfrm>
            <a:off x="5495544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30" name="Progress dot 17"/>
          <p:cNvSpPr/>
          <p:nvPr/>
        </p:nvSpPr>
        <p:spPr>
          <a:xfrm>
            <a:off x="5715000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31" name="Progress dot 18"/>
          <p:cNvSpPr/>
          <p:nvPr/>
        </p:nvSpPr>
        <p:spPr>
          <a:xfrm>
            <a:off x="5934456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32" name="Progress dot 19"/>
          <p:cNvSpPr/>
          <p:nvPr/>
        </p:nvSpPr>
        <p:spPr>
          <a:xfrm>
            <a:off x="6153912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33" name="Progress dot 20"/>
          <p:cNvSpPr/>
          <p:nvPr/>
        </p:nvSpPr>
        <p:spPr>
          <a:xfrm>
            <a:off x="6373368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34" name="Progress dot 21"/>
          <p:cNvSpPr/>
          <p:nvPr/>
        </p:nvSpPr>
        <p:spPr>
          <a:xfrm>
            <a:off x="6592824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35" name="Progress dot 22"/>
          <p:cNvSpPr/>
          <p:nvPr/>
        </p:nvSpPr>
        <p:spPr>
          <a:xfrm>
            <a:off x="6812280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t tag"/>
          <p:cNvSpPr txBox="1"/>
          <p:nvPr/>
        </p:nvSpPr>
        <p:spPr>
          <a:xfrm>
            <a:off x="32004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300" b="1" dirty="0">
                <a:solidFill>
                  <a:schemeClr val="tx2"/>
                </a:solidFill>
              </a:rPr>
              <a:t>الجزء 4 · إجابة الوعي والانصراف</a:t>
            </a:r>
            <a:endParaRPr lang="ar-EG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600" b="1" dirty="0">
                <a:solidFill>
                  <a:schemeClr val="tx1"/>
                </a:solidFill>
              </a:rPr>
              <a:t>المشهد 15</a:t>
            </a:r>
            <a:endParaRPr lang="ar-EG" sz="3600" dirty="0"/>
          </a:p>
        </p:txBody>
      </p:sp>
      <p:sp>
        <p:nvSpPr>
          <p:cNvPr id="4" name="Time chip"/>
          <p:cNvSpPr/>
          <p:nvPr/>
        </p:nvSpPr>
        <p:spPr>
          <a:xfrm>
            <a:off x="457200" y="713232"/>
            <a:ext cx="1737360" cy="45720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/>
        </p:spPr>
      </p:sp>
      <p:sp>
        <p:nvSpPr>
          <p:cNvPr id="5" name="Time text"/>
          <p:cNvSpPr txBox="1"/>
          <p:nvPr/>
        </p:nvSpPr>
        <p:spPr>
          <a:xfrm>
            <a:off x="457200" y="71323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02:20 – 02:30</a:t>
            </a:r>
            <a:endParaRPr lang="en-US" sz="1500" dirty="0"/>
          </a:p>
        </p:txBody>
      </p:sp>
      <p:sp>
        <p:nvSpPr>
          <p:cNvPr id="6" name="Action card"/>
          <p:cNvSpPr/>
          <p:nvPr/>
        </p:nvSpPr>
        <p:spPr>
          <a:xfrm>
            <a:off x="457200" y="1508760"/>
            <a:ext cx="822960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7" name="Action icon bg"/>
          <p:cNvSpPr/>
          <p:nvPr/>
        </p:nvSpPr>
        <p:spPr>
          <a:xfrm>
            <a:off x="7818120" y="178308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8" name="Action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73568" y="1938528"/>
            <a:ext cx="329184" cy="329184"/>
          </a:xfrm>
          <a:prstGeom prst="rect">
            <a:avLst/>
          </a:prstGeom>
        </p:spPr>
      </p:pic>
      <p:sp>
        <p:nvSpPr>
          <p:cNvPr id="9" name="Action text"/>
          <p:cNvSpPr txBox="1"/>
          <p:nvPr/>
        </p:nvSpPr>
        <p:spPr>
          <a:xfrm>
            <a:off x="685800" y="1618488"/>
            <a:ext cx="69494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spcAft>
                <a:spcPts val="400"/>
              </a:spcAft>
              <a:buNone/>
            </a:pPr>
            <a:r>
              <a:rPr lang="ar-EG" altLang="en-US" sz="1200" b="1" dirty="0">
                <a:solidFill>
                  <a:schemeClr val="tx2"/>
                </a:solidFill>
              </a:rPr>
              <a:t>الصورة والحدث</a:t>
            </a:r>
            <a:endParaRPr lang="ar-EG" sz="1200" dirty="0"/>
          </a:p>
          <a:p>
            <a:pPr algn="r" indent="0" marL="0">
              <a:spcAft>
                <a:spcPts val="400"/>
              </a:spcAft>
              <a:buNone/>
            </a:pPr>
            <a:r>
              <a:rPr lang="ar-EG" altLang="en-US" sz="1600" dirty="0">
                <a:solidFill>
                  <a:schemeClr val="tx1"/>
                </a:solidFill>
              </a:rPr>
              <a:t>الطفل يسأل بفضول، ويجيبه آدم بابتسامة دافئة، ثم ينصرف الطفل بسعادة مع أسرته.</a:t>
            </a:r>
            <a:endParaRPr lang="ar-EG" sz="1200" dirty="0"/>
          </a:p>
        </p:txBody>
      </p:sp>
      <p:sp>
        <p:nvSpPr>
          <p:cNvPr id="10" name="Audio card 1"/>
          <p:cNvSpPr/>
          <p:nvPr/>
        </p:nvSpPr>
        <p:spPr>
          <a:xfrm>
            <a:off x="4686300" y="3063240"/>
            <a:ext cx="4000500" cy="1371600"/>
          </a:xfrm>
          <a:prstGeom prst="roundRect">
            <a:avLst>
              <a:gd name="adj" fmla="val 8000"/>
            </a:avLst>
          </a:prstGeom>
          <a:solidFill>
            <a:schemeClr val="tx1"/>
          </a:solidFill>
          <a:ln/>
        </p:spPr>
      </p:sp>
      <p:pic>
        <p:nvPicPr>
          <p:cNvPr id="11" name="Quote icon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3246120"/>
            <a:ext cx="256032" cy="256032"/>
          </a:xfrm>
          <a:prstGeom prst="rect">
            <a:avLst/>
          </a:prstGeom>
        </p:spPr>
      </p:pic>
      <p:sp>
        <p:nvSpPr>
          <p:cNvPr id="12" name="Speaker 1"/>
          <p:cNvSpPr txBox="1"/>
          <p:nvPr/>
        </p:nvSpPr>
        <p:spPr>
          <a:xfrm>
            <a:off x="4914900" y="3200400"/>
            <a:ext cx="31775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300" b="1" dirty="0">
                <a:solidFill>
                  <a:schemeClr val="accent1"/>
                </a:solidFill>
              </a:rPr>
              <a:t>الطفل</a:t>
            </a:r>
            <a:endParaRPr lang="ar-EG" sz="1300" dirty="0"/>
          </a:p>
        </p:txBody>
      </p:sp>
      <p:sp>
        <p:nvSpPr>
          <p:cNvPr id="13" name="Dialogue 1"/>
          <p:cNvSpPr txBox="1"/>
          <p:nvPr/>
        </p:nvSpPr>
        <p:spPr>
          <a:xfrm>
            <a:off x="4914900" y="3593592"/>
            <a:ext cx="35433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600" dirty="0">
                <a:solidFill>
                  <a:schemeClr val="bg1"/>
                </a:solidFill>
              </a:rPr>
              <a:t>«يعني الحكاية لسه مخلصتش؟»</a:t>
            </a:r>
            <a:endParaRPr lang="ar-EG" sz="1600" dirty="0"/>
          </a:p>
        </p:txBody>
      </p:sp>
      <p:sp>
        <p:nvSpPr>
          <p:cNvPr id="14" name="Audio card 2"/>
          <p:cNvSpPr/>
          <p:nvPr/>
        </p:nvSpPr>
        <p:spPr>
          <a:xfrm>
            <a:off x="457200" y="3063240"/>
            <a:ext cx="4000500" cy="1371600"/>
          </a:xfrm>
          <a:prstGeom prst="roundRect">
            <a:avLst>
              <a:gd name="adj" fmla="val 8000"/>
            </a:avLst>
          </a:prstGeom>
          <a:solidFill>
            <a:schemeClr val="tx1"/>
          </a:solidFill>
          <a:ln/>
        </p:spPr>
      </p:sp>
      <p:pic>
        <p:nvPicPr>
          <p:cNvPr id="15" name="Quote icon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0500" y="3246120"/>
            <a:ext cx="256032" cy="256032"/>
          </a:xfrm>
          <a:prstGeom prst="rect">
            <a:avLst/>
          </a:prstGeom>
        </p:spPr>
      </p:pic>
      <p:sp>
        <p:nvSpPr>
          <p:cNvPr id="16" name="Speaker 2"/>
          <p:cNvSpPr txBox="1"/>
          <p:nvPr/>
        </p:nvSpPr>
        <p:spPr>
          <a:xfrm>
            <a:off x="685800" y="3200400"/>
            <a:ext cx="31775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300" b="1" dirty="0">
                <a:solidFill>
                  <a:schemeClr val="accent1"/>
                </a:solidFill>
              </a:rPr>
              <a:t>آدم</a:t>
            </a:r>
            <a:endParaRPr lang="ar-EG" sz="1300" dirty="0"/>
          </a:p>
        </p:txBody>
      </p:sp>
      <p:sp>
        <p:nvSpPr>
          <p:cNvPr id="17" name="Dialogue 2"/>
          <p:cNvSpPr txBox="1"/>
          <p:nvPr/>
        </p:nvSpPr>
        <p:spPr>
          <a:xfrm>
            <a:off x="685800" y="3593592"/>
            <a:ext cx="35433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600" dirty="0">
                <a:solidFill>
                  <a:schemeClr val="bg1"/>
                </a:solidFill>
              </a:rPr>
              <a:t>«لأ... لسه»</a:t>
            </a:r>
            <a:endParaRPr lang="ar-EG" sz="1600" dirty="0"/>
          </a:p>
        </p:txBody>
      </p:sp>
      <p:sp>
        <p:nvSpPr>
          <p:cNvPr id="18" name="Progress dot 1"/>
          <p:cNvSpPr/>
          <p:nvPr/>
        </p:nvSpPr>
        <p:spPr>
          <a:xfrm>
            <a:off x="2203704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19" name="Progress dot 2"/>
          <p:cNvSpPr/>
          <p:nvPr/>
        </p:nvSpPr>
        <p:spPr>
          <a:xfrm>
            <a:off x="2423160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0" name="Progress dot 3"/>
          <p:cNvSpPr/>
          <p:nvPr/>
        </p:nvSpPr>
        <p:spPr>
          <a:xfrm>
            <a:off x="2642616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1" name="Progress dot 4"/>
          <p:cNvSpPr/>
          <p:nvPr/>
        </p:nvSpPr>
        <p:spPr>
          <a:xfrm>
            <a:off x="2862072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2" name="Progress dot 5"/>
          <p:cNvSpPr/>
          <p:nvPr/>
        </p:nvSpPr>
        <p:spPr>
          <a:xfrm>
            <a:off x="3081528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3" name="Progress dot 6"/>
          <p:cNvSpPr/>
          <p:nvPr/>
        </p:nvSpPr>
        <p:spPr>
          <a:xfrm>
            <a:off x="3300984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4" name="Progress dot 7"/>
          <p:cNvSpPr/>
          <p:nvPr/>
        </p:nvSpPr>
        <p:spPr>
          <a:xfrm>
            <a:off x="3520440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5" name="Progress dot 8"/>
          <p:cNvSpPr/>
          <p:nvPr/>
        </p:nvSpPr>
        <p:spPr>
          <a:xfrm>
            <a:off x="3739896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6" name="Progress dot 9"/>
          <p:cNvSpPr/>
          <p:nvPr/>
        </p:nvSpPr>
        <p:spPr>
          <a:xfrm>
            <a:off x="3959352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7" name="Progress dot 10"/>
          <p:cNvSpPr/>
          <p:nvPr/>
        </p:nvSpPr>
        <p:spPr>
          <a:xfrm>
            <a:off x="4178808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8" name="Progress dot 11"/>
          <p:cNvSpPr/>
          <p:nvPr/>
        </p:nvSpPr>
        <p:spPr>
          <a:xfrm>
            <a:off x="4398264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9" name="Progress dot 12"/>
          <p:cNvSpPr/>
          <p:nvPr/>
        </p:nvSpPr>
        <p:spPr>
          <a:xfrm>
            <a:off x="4617720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30" name="Progress dot 13"/>
          <p:cNvSpPr/>
          <p:nvPr/>
        </p:nvSpPr>
        <p:spPr>
          <a:xfrm>
            <a:off x="4837176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31" name="Progress dot 14"/>
          <p:cNvSpPr/>
          <p:nvPr/>
        </p:nvSpPr>
        <p:spPr>
          <a:xfrm>
            <a:off x="5056632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32" name="Progress dot 15"/>
          <p:cNvSpPr/>
          <p:nvPr/>
        </p:nvSpPr>
        <p:spPr>
          <a:xfrm>
            <a:off x="5276088" y="4681728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3" name="Progress dot 16"/>
          <p:cNvSpPr/>
          <p:nvPr/>
        </p:nvSpPr>
        <p:spPr>
          <a:xfrm>
            <a:off x="5495544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34" name="Progress dot 17"/>
          <p:cNvSpPr/>
          <p:nvPr/>
        </p:nvSpPr>
        <p:spPr>
          <a:xfrm>
            <a:off x="5715000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35" name="Progress dot 18"/>
          <p:cNvSpPr/>
          <p:nvPr/>
        </p:nvSpPr>
        <p:spPr>
          <a:xfrm>
            <a:off x="5934456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36" name="Progress dot 19"/>
          <p:cNvSpPr/>
          <p:nvPr/>
        </p:nvSpPr>
        <p:spPr>
          <a:xfrm>
            <a:off x="6153912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37" name="Progress dot 20"/>
          <p:cNvSpPr/>
          <p:nvPr/>
        </p:nvSpPr>
        <p:spPr>
          <a:xfrm>
            <a:off x="6373368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38" name="Progress dot 21"/>
          <p:cNvSpPr/>
          <p:nvPr/>
        </p:nvSpPr>
        <p:spPr>
          <a:xfrm>
            <a:off x="6592824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39" name="Progress dot 22"/>
          <p:cNvSpPr/>
          <p:nvPr/>
        </p:nvSpPr>
        <p:spPr>
          <a:xfrm>
            <a:off x="6812280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t tag"/>
          <p:cNvSpPr txBox="1"/>
          <p:nvPr/>
        </p:nvSpPr>
        <p:spPr>
          <a:xfrm>
            <a:off x="32004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300" b="1" dirty="0">
                <a:solidFill>
                  <a:schemeClr val="tx2"/>
                </a:solidFill>
              </a:rPr>
              <a:t>الجزء 4 · إجابة الوعي والانصراف</a:t>
            </a:r>
            <a:endParaRPr lang="ar-EG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600" b="1" dirty="0">
                <a:solidFill>
                  <a:schemeClr val="tx1"/>
                </a:solidFill>
              </a:rPr>
              <a:t>المشهد 16</a:t>
            </a:r>
            <a:endParaRPr lang="ar-EG" sz="3600" dirty="0"/>
          </a:p>
        </p:txBody>
      </p:sp>
      <p:sp>
        <p:nvSpPr>
          <p:cNvPr id="4" name="Time chip"/>
          <p:cNvSpPr/>
          <p:nvPr/>
        </p:nvSpPr>
        <p:spPr>
          <a:xfrm>
            <a:off x="457200" y="713232"/>
            <a:ext cx="1737360" cy="45720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/>
        </p:spPr>
      </p:sp>
      <p:sp>
        <p:nvSpPr>
          <p:cNvPr id="5" name="Time text"/>
          <p:cNvSpPr txBox="1"/>
          <p:nvPr/>
        </p:nvSpPr>
        <p:spPr>
          <a:xfrm>
            <a:off x="457200" y="71323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02:30 – 02:40</a:t>
            </a:r>
            <a:endParaRPr lang="en-US" sz="1500" dirty="0"/>
          </a:p>
        </p:txBody>
      </p:sp>
      <p:sp>
        <p:nvSpPr>
          <p:cNvPr id="6" name="Action card"/>
          <p:cNvSpPr/>
          <p:nvPr/>
        </p:nvSpPr>
        <p:spPr>
          <a:xfrm>
            <a:off x="457200" y="1508760"/>
            <a:ext cx="822960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7" name="Action icon bg"/>
          <p:cNvSpPr/>
          <p:nvPr/>
        </p:nvSpPr>
        <p:spPr>
          <a:xfrm>
            <a:off x="7818120" y="178308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8" name="Action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73568" y="1938528"/>
            <a:ext cx="329184" cy="329184"/>
          </a:xfrm>
          <a:prstGeom prst="rect">
            <a:avLst/>
          </a:prstGeom>
        </p:spPr>
      </p:pic>
      <p:sp>
        <p:nvSpPr>
          <p:cNvPr id="9" name="Action text"/>
          <p:cNvSpPr txBox="1"/>
          <p:nvPr/>
        </p:nvSpPr>
        <p:spPr>
          <a:xfrm>
            <a:off x="685800" y="1618488"/>
            <a:ext cx="69494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spcAft>
                <a:spcPts val="400"/>
              </a:spcAft>
              <a:buNone/>
            </a:pPr>
            <a:r>
              <a:rPr lang="ar-EG" altLang="en-US" sz="1200" b="1" dirty="0">
                <a:solidFill>
                  <a:schemeClr val="tx2"/>
                </a:solidFill>
              </a:rPr>
              <a:t>الصورة والحدث</a:t>
            </a:r>
            <a:endParaRPr lang="ar-EG" sz="1200" dirty="0"/>
          </a:p>
          <a:p>
            <a:pPr algn="r" indent="0" marL="0">
              <a:spcAft>
                <a:spcPts val="400"/>
              </a:spcAft>
              <a:buNone/>
            </a:pPr>
            <a:r>
              <a:rPr lang="ar-EG" altLang="en-US" sz="1600" dirty="0">
                <a:solidFill>
                  <a:schemeClr val="tx1"/>
                </a:solidFill>
              </a:rPr>
              <a:t>آدم يبقى واقفاً بمفرده داخل المتحف ولا يعود فوراً للجولة السياحية.</a:t>
            </a:r>
            <a:endParaRPr lang="ar-EG" sz="1200" dirty="0"/>
          </a:p>
        </p:txBody>
      </p:sp>
      <p:sp>
        <p:nvSpPr>
          <p:cNvPr id="10" name="Audio card 1"/>
          <p:cNvSpPr/>
          <p:nvPr/>
        </p:nvSpPr>
        <p:spPr>
          <a:xfrm>
            <a:off x="457200" y="3063240"/>
            <a:ext cx="8229600" cy="1371600"/>
          </a:xfrm>
          <a:prstGeom prst="roundRect">
            <a:avLst>
              <a:gd name="adj" fmla="val 8000"/>
            </a:avLst>
          </a:prstGeom>
          <a:solidFill>
            <a:schemeClr val="tx1"/>
          </a:solidFill>
          <a:ln/>
        </p:spPr>
      </p:sp>
      <p:pic>
        <p:nvPicPr>
          <p:cNvPr id="11" name="Quote icon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3246120"/>
            <a:ext cx="256032" cy="256032"/>
          </a:xfrm>
          <a:prstGeom prst="rect">
            <a:avLst/>
          </a:prstGeom>
        </p:spPr>
      </p:pic>
      <p:sp>
        <p:nvSpPr>
          <p:cNvPr id="12" name="Speaker 1"/>
          <p:cNvSpPr txBox="1"/>
          <p:nvPr/>
        </p:nvSpPr>
        <p:spPr>
          <a:xfrm>
            <a:off x="685800" y="3200400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300" b="1" dirty="0">
                <a:solidFill>
                  <a:schemeClr val="accent1"/>
                </a:solidFill>
              </a:rPr>
              <a:t>الموسيقى</a:t>
            </a:r>
            <a:endParaRPr lang="ar-EG" sz="1300" dirty="0"/>
          </a:p>
        </p:txBody>
      </p:sp>
      <p:sp>
        <p:nvSpPr>
          <p:cNvPr id="13" name="Dialogue 1"/>
          <p:cNvSpPr txBox="1"/>
          <p:nvPr/>
        </p:nvSpPr>
        <p:spPr>
          <a:xfrm>
            <a:off x="685800" y="3593592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2000" dirty="0">
                <a:solidFill>
                  <a:schemeClr val="bg1"/>
                </a:solidFill>
              </a:rPr>
              <a:t>تبدأ الإيقاعات الدرامية الهادئة</a:t>
            </a:r>
            <a:endParaRPr lang="ar-EG" sz="2000" dirty="0"/>
          </a:p>
        </p:txBody>
      </p:sp>
      <p:sp>
        <p:nvSpPr>
          <p:cNvPr id="14" name="Progress dot 1"/>
          <p:cNvSpPr/>
          <p:nvPr/>
        </p:nvSpPr>
        <p:spPr>
          <a:xfrm>
            <a:off x="2203704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15" name="Progress dot 2"/>
          <p:cNvSpPr/>
          <p:nvPr/>
        </p:nvSpPr>
        <p:spPr>
          <a:xfrm>
            <a:off x="2423160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16" name="Progress dot 3"/>
          <p:cNvSpPr/>
          <p:nvPr/>
        </p:nvSpPr>
        <p:spPr>
          <a:xfrm>
            <a:off x="2642616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17" name="Progress dot 4"/>
          <p:cNvSpPr/>
          <p:nvPr/>
        </p:nvSpPr>
        <p:spPr>
          <a:xfrm>
            <a:off x="2862072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18" name="Progress dot 5"/>
          <p:cNvSpPr/>
          <p:nvPr/>
        </p:nvSpPr>
        <p:spPr>
          <a:xfrm>
            <a:off x="3081528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19" name="Progress dot 6"/>
          <p:cNvSpPr/>
          <p:nvPr/>
        </p:nvSpPr>
        <p:spPr>
          <a:xfrm>
            <a:off x="3300984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0" name="Progress dot 7"/>
          <p:cNvSpPr/>
          <p:nvPr/>
        </p:nvSpPr>
        <p:spPr>
          <a:xfrm>
            <a:off x="3520440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1" name="Progress dot 8"/>
          <p:cNvSpPr/>
          <p:nvPr/>
        </p:nvSpPr>
        <p:spPr>
          <a:xfrm>
            <a:off x="3739896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2" name="Progress dot 9"/>
          <p:cNvSpPr/>
          <p:nvPr/>
        </p:nvSpPr>
        <p:spPr>
          <a:xfrm>
            <a:off x="3959352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3" name="Progress dot 10"/>
          <p:cNvSpPr/>
          <p:nvPr/>
        </p:nvSpPr>
        <p:spPr>
          <a:xfrm>
            <a:off x="4178808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4" name="Progress dot 11"/>
          <p:cNvSpPr/>
          <p:nvPr/>
        </p:nvSpPr>
        <p:spPr>
          <a:xfrm>
            <a:off x="4398264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5" name="Progress dot 12"/>
          <p:cNvSpPr/>
          <p:nvPr/>
        </p:nvSpPr>
        <p:spPr>
          <a:xfrm>
            <a:off x="4617720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6" name="Progress dot 13"/>
          <p:cNvSpPr/>
          <p:nvPr/>
        </p:nvSpPr>
        <p:spPr>
          <a:xfrm>
            <a:off x="4837176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7" name="Progress dot 14"/>
          <p:cNvSpPr/>
          <p:nvPr/>
        </p:nvSpPr>
        <p:spPr>
          <a:xfrm>
            <a:off x="5056632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8" name="Progress dot 15"/>
          <p:cNvSpPr/>
          <p:nvPr/>
        </p:nvSpPr>
        <p:spPr>
          <a:xfrm>
            <a:off x="5276088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9" name="Progress dot 16"/>
          <p:cNvSpPr/>
          <p:nvPr/>
        </p:nvSpPr>
        <p:spPr>
          <a:xfrm>
            <a:off x="5495544" y="4681728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0" name="Progress dot 17"/>
          <p:cNvSpPr/>
          <p:nvPr/>
        </p:nvSpPr>
        <p:spPr>
          <a:xfrm>
            <a:off x="5715000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31" name="Progress dot 18"/>
          <p:cNvSpPr/>
          <p:nvPr/>
        </p:nvSpPr>
        <p:spPr>
          <a:xfrm>
            <a:off x="5934456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32" name="Progress dot 19"/>
          <p:cNvSpPr/>
          <p:nvPr/>
        </p:nvSpPr>
        <p:spPr>
          <a:xfrm>
            <a:off x="6153912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33" name="Progress dot 20"/>
          <p:cNvSpPr/>
          <p:nvPr/>
        </p:nvSpPr>
        <p:spPr>
          <a:xfrm>
            <a:off x="6373368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34" name="Progress dot 21"/>
          <p:cNvSpPr/>
          <p:nvPr/>
        </p:nvSpPr>
        <p:spPr>
          <a:xfrm>
            <a:off x="6592824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35" name="Progress dot 22"/>
          <p:cNvSpPr/>
          <p:nvPr/>
        </p:nvSpPr>
        <p:spPr>
          <a:xfrm>
            <a:off x="6812280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t tag"/>
          <p:cNvSpPr txBox="1"/>
          <p:nvPr/>
        </p:nvSpPr>
        <p:spPr>
          <a:xfrm>
            <a:off x="32004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300" b="1" dirty="0">
                <a:solidFill>
                  <a:schemeClr val="tx2"/>
                </a:solidFill>
              </a:rPr>
              <a:t>الجزء 5 · المونتاج الفكري والسؤال الجوهري</a:t>
            </a:r>
            <a:endParaRPr lang="ar-EG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600" b="1" dirty="0">
                <a:solidFill>
                  <a:schemeClr val="tx1"/>
                </a:solidFill>
              </a:rPr>
              <a:t>المشهد 17</a:t>
            </a:r>
            <a:endParaRPr lang="ar-EG" sz="3600" dirty="0"/>
          </a:p>
        </p:txBody>
      </p:sp>
      <p:sp>
        <p:nvSpPr>
          <p:cNvPr id="4" name="Time chip"/>
          <p:cNvSpPr/>
          <p:nvPr/>
        </p:nvSpPr>
        <p:spPr>
          <a:xfrm>
            <a:off x="457200" y="713232"/>
            <a:ext cx="1737360" cy="45720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/>
        </p:spPr>
      </p:sp>
      <p:sp>
        <p:nvSpPr>
          <p:cNvPr id="5" name="Time text"/>
          <p:cNvSpPr txBox="1"/>
          <p:nvPr/>
        </p:nvSpPr>
        <p:spPr>
          <a:xfrm>
            <a:off x="457200" y="71323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02:40 – 02:50</a:t>
            </a:r>
            <a:endParaRPr lang="en-US" sz="1500" dirty="0"/>
          </a:p>
        </p:txBody>
      </p:sp>
      <p:sp>
        <p:nvSpPr>
          <p:cNvPr id="6" name="Action card"/>
          <p:cNvSpPr/>
          <p:nvPr/>
        </p:nvSpPr>
        <p:spPr>
          <a:xfrm>
            <a:off x="457200" y="1508760"/>
            <a:ext cx="822960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7" name="Action icon bg"/>
          <p:cNvSpPr/>
          <p:nvPr/>
        </p:nvSpPr>
        <p:spPr>
          <a:xfrm>
            <a:off x="7818120" y="178308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8" name="Action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73568" y="1938528"/>
            <a:ext cx="329184" cy="329184"/>
          </a:xfrm>
          <a:prstGeom prst="rect">
            <a:avLst/>
          </a:prstGeom>
        </p:spPr>
      </p:pic>
      <p:sp>
        <p:nvSpPr>
          <p:cNvPr id="9" name="Action text"/>
          <p:cNvSpPr txBox="1"/>
          <p:nvPr/>
        </p:nvSpPr>
        <p:spPr>
          <a:xfrm>
            <a:off x="685800" y="1618488"/>
            <a:ext cx="69494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spcAft>
                <a:spcPts val="400"/>
              </a:spcAft>
              <a:buNone/>
            </a:pPr>
            <a:r>
              <a:rPr lang="ar-EG" altLang="en-US" sz="1200" b="1" dirty="0">
                <a:solidFill>
                  <a:schemeClr val="tx2"/>
                </a:solidFill>
              </a:rPr>
              <a:t>الصورة والحدث</a:t>
            </a:r>
            <a:endParaRPr lang="ar-EG" sz="1200" dirty="0"/>
          </a:p>
          <a:p>
            <a:pPr algn="r" indent="0" marL="0">
              <a:spcAft>
                <a:spcPts val="400"/>
              </a:spcAft>
              <a:buNone/>
            </a:pPr>
            <a:r>
              <a:rPr lang="ar-EG" altLang="en-US" sz="1600" dirty="0">
                <a:solidFill>
                  <a:schemeClr val="tx1"/>
                </a:solidFill>
              </a:rPr>
              <a:t>مونتاج بصري لأطفال وزوار يتأملون المعروضات بالمتحف.</a:t>
            </a:r>
            <a:endParaRPr lang="ar-EG" sz="1200" dirty="0"/>
          </a:p>
        </p:txBody>
      </p:sp>
      <p:sp>
        <p:nvSpPr>
          <p:cNvPr id="10" name="Audio card 1"/>
          <p:cNvSpPr/>
          <p:nvPr/>
        </p:nvSpPr>
        <p:spPr>
          <a:xfrm>
            <a:off x="457200" y="3063240"/>
            <a:ext cx="8229600" cy="1371600"/>
          </a:xfrm>
          <a:prstGeom prst="roundRect">
            <a:avLst>
              <a:gd name="adj" fmla="val 8000"/>
            </a:avLst>
          </a:prstGeom>
          <a:solidFill>
            <a:schemeClr val="tx1"/>
          </a:solidFill>
          <a:ln/>
        </p:spPr>
      </p:sp>
      <p:pic>
        <p:nvPicPr>
          <p:cNvPr id="11" name="Quote icon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3246120"/>
            <a:ext cx="256032" cy="256032"/>
          </a:xfrm>
          <a:prstGeom prst="rect">
            <a:avLst/>
          </a:prstGeom>
        </p:spPr>
      </p:pic>
      <p:sp>
        <p:nvSpPr>
          <p:cNvPr id="12" name="Speaker 1"/>
          <p:cNvSpPr txBox="1"/>
          <p:nvPr/>
        </p:nvSpPr>
        <p:spPr>
          <a:xfrm>
            <a:off x="685800" y="3200400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300" b="1" dirty="0">
                <a:solidFill>
                  <a:schemeClr val="accent1"/>
                </a:solidFill>
              </a:rPr>
              <a:t>تعليق آدم</a:t>
            </a:r>
            <a:endParaRPr lang="ar-EG" sz="1300" dirty="0"/>
          </a:p>
        </p:txBody>
      </p:sp>
      <p:sp>
        <p:nvSpPr>
          <p:cNvPr id="13" name="Dialogue 1"/>
          <p:cNvSpPr txBox="1"/>
          <p:nvPr/>
        </p:nvSpPr>
        <p:spPr>
          <a:xfrm>
            <a:off x="685800" y="3593592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800" dirty="0">
                <a:solidFill>
                  <a:schemeClr val="bg1"/>
                </a:solidFill>
              </a:rPr>
              <a:t>«ساعتها فهمت إن الحكاية أكبر من مجرد آثار بنحافظ عليها... مهم كمان نفهمها ونحكي قصتها»</a:t>
            </a:r>
            <a:endParaRPr lang="ar-EG" sz="1800" dirty="0"/>
          </a:p>
        </p:txBody>
      </p:sp>
      <p:sp>
        <p:nvSpPr>
          <p:cNvPr id="14" name="Progress dot 1"/>
          <p:cNvSpPr/>
          <p:nvPr/>
        </p:nvSpPr>
        <p:spPr>
          <a:xfrm>
            <a:off x="2203704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15" name="Progress dot 2"/>
          <p:cNvSpPr/>
          <p:nvPr/>
        </p:nvSpPr>
        <p:spPr>
          <a:xfrm>
            <a:off x="2423160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16" name="Progress dot 3"/>
          <p:cNvSpPr/>
          <p:nvPr/>
        </p:nvSpPr>
        <p:spPr>
          <a:xfrm>
            <a:off x="2642616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17" name="Progress dot 4"/>
          <p:cNvSpPr/>
          <p:nvPr/>
        </p:nvSpPr>
        <p:spPr>
          <a:xfrm>
            <a:off x="2862072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18" name="Progress dot 5"/>
          <p:cNvSpPr/>
          <p:nvPr/>
        </p:nvSpPr>
        <p:spPr>
          <a:xfrm>
            <a:off x="3081528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19" name="Progress dot 6"/>
          <p:cNvSpPr/>
          <p:nvPr/>
        </p:nvSpPr>
        <p:spPr>
          <a:xfrm>
            <a:off x="3300984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0" name="Progress dot 7"/>
          <p:cNvSpPr/>
          <p:nvPr/>
        </p:nvSpPr>
        <p:spPr>
          <a:xfrm>
            <a:off x="3520440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1" name="Progress dot 8"/>
          <p:cNvSpPr/>
          <p:nvPr/>
        </p:nvSpPr>
        <p:spPr>
          <a:xfrm>
            <a:off x="3739896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2" name="Progress dot 9"/>
          <p:cNvSpPr/>
          <p:nvPr/>
        </p:nvSpPr>
        <p:spPr>
          <a:xfrm>
            <a:off x="3959352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3" name="Progress dot 10"/>
          <p:cNvSpPr/>
          <p:nvPr/>
        </p:nvSpPr>
        <p:spPr>
          <a:xfrm>
            <a:off x="4178808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4" name="Progress dot 11"/>
          <p:cNvSpPr/>
          <p:nvPr/>
        </p:nvSpPr>
        <p:spPr>
          <a:xfrm>
            <a:off x="4398264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5" name="Progress dot 12"/>
          <p:cNvSpPr/>
          <p:nvPr/>
        </p:nvSpPr>
        <p:spPr>
          <a:xfrm>
            <a:off x="4617720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6" name="Progress dot 13"/>
          <p:cNvSpPr/>
          <p:nvPr/>
        </p:nvSpPr>
        <p:spPr>
          <a:xfrm>
            <a:off x="4837176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7" name="Progress dot 14"/>
          <p:cNvSpPr/>
          <p:nvPr/>
        </p:nvSpPr>
        <p:spPr>
          <a:xfrm>
            <a:off x="5056632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8" name="Progress dot 15"/>
          <p:cNvSpPr/>
          <p:nvPr/>
        </p:nvSpPr>
        <p:spPr>
          <a:xfrm>
            <a:off x="5276088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9" name="Progress dot 16"/>
          <p:cNvSpPr/>
          <p:nvPr/>
        </p:nvSpPr>
        <p:spPr>
          <a:xfrm>
            <a:off x="5495544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30" name="Progress dot 17"/>
          <p:cNvSpPr/>
          <p:nvPr/>
        </p:nvSpPr>
        <p:spPr>
          <a:xfrm>
            <a:off x="5715000" y="4681728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1" name="Progress dot 18"/>
          <p:cNvSpPr/>
          <p:nvPr/>
        </p:nvSpPr>
        <p:spPr>
          <a:xfrm>
            <a:off x="5934456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32" name="Progress dot 19"/>
          <p:cNvSpPr/>
          <p:nvPr/>
        </p:nvSpPr>
        <p:spPr>
          <a:xfrm>
            <a:off x="6153912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33" name="Progress dot 20"/>
          <p:cNvSpPr/>
          <p:nvPr/>
        </p:nvSpPr>
        <p:spPr>
          <a:xfrm>
            <a:off x="6373368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34" name="Progress dot 21"/>
          <p:cNvSpPr/>
          <p:nvPr/>
        </p:nvSpPr>
        <p:spPr>
          <a:xfrm>
            <a:off x="6592824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35" name="Progress dot 22"/>
          <p:cNvSpPr/>
          <p:nvPr/>
        </p:nvSpPr>
        <p:spPr>
          <a:xfrm>
            <a:off x="6812280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t tag"/>
          <p:cNvSpPr txBox="1"/>
          <p:nvPr/>
        </p:nvSpPr>
        <p:spPr>
          <a:xfrm>
            <a:off x="32004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300" b="1" dirty="0">
                <a:solidFill>
                  <a:schemeClr val="tx2"/>
                </a:solidFill>
              </a:rPr>
              <a:t>الجزء 5 · المونتاج الفكري والسؤال الجوهري</a:t>
            </a:r>
            <a:endParaRPr lang="ar-EG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600" b="1" dirty="0">
                <a:solidFill>
                  <a:schemeClr val="tx1"/>
                </a:solidFill>
              </a:rPr>
              <a:t>المشهد 18</a:t>
            </a:r>
            <a:endParaRPr lang="ar-EG" sz="3600" dirty="0"/>
          </a:p>
        </p:txBody>
      </p:sp>
      <p:sp>
        <p:nvSpPr>
          <p:cNvPr id="4" name="Time chip"/>
          <p:cNvSpPr/>
          <p:nvPr/>
        </p:nvSpPr>
        <p:spPr>
          <a:xfrm>
            <a:off x="457200" y="713232"/>
            <a:ext cx="1737360" cy="45720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/>
        </p:spPr>
      </p:sp>
      <p:sp>
        <p:nvSpPr>
          <p:cNvPr id="5" name="Time text"/>
          <p:cNvSpPr txBox="1"/>
          <p:nvPr/>
        </p:nvSpPr>
        <p:spPr>
          <a:xfrm>
            <a:off x="457200" y="71323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02:50 – 03:00</a:t>
            </a:r>
            <a:endParaRPr lang="en-US" sz="1500" dirty="0"/>
          </a:p>
        </p:txBody>
      </p:sp>
      <p:sp>
        <p:nvSpPr>
          <p:cNvPr id="6" name="Action card"/>
          <p:cNvSpPr/>
          <p:nvPr/>
        </p:nvSpPr>
        <p:spPr>
          <a:xfrm>
            <a:off x="457200" y="1508760"/>
            <a:ext cx="822960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7" name="Action icon bg"/>
          <p:cNvSpPr/>
          <p:nvPr/>
        </p:nvSpPr>
        <p:spPr>
          <a:xfrm>
            <a:off x="7818120" y="178308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8" name="Action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73568" y="1938528"/>
            <a:ext cx="329184" cy="329184"/>
          </a:xfrm>
          <a:prstGeom prst="rect">
            <a:avLst/>
          </a:prstGeom>
        </p:spPr>
      </p:pic>
      <p:sp>
        <p:nvSpPr>
          <p:cNvPr id="9" name="Action text"/>
          <p:cNvSpPr txBox="1"/>
          <p:nvPr/>
        </p:nvSpPr>
        <p:spPr>
          <a:xfrm>
            <a:off x="685800" y="1618488"/>
            <a:ext cx="69494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spcAft>
                <a:spcPts val="400"/>
              </a:spcAft>
              <a:buNone/>
            </a:pPr>
            <a:r>
              <a:rPr lang="ar-EG" altLang="en-US" sz="1200" b="1" dirty="0">
                <a:solidFill>
                  <a:schemeClr val="tx2"/>
                </a:solidFill>
              </a:rPr>
              <a:t>الصورة والحدث</a:t>
            </a:r>
            <a:endParaRPr lang="ar-EG" sz="1200" dirty="0"/>
          </a:p>
          <a:p>
            <a:pPr algn="r" indent="0" marL="0">
              <a:spcAft>
                <a:spcPts val="400"/>
              </a:spcAft>
              <a:buNone/>
            </a:pPr>
            <a:r>
              <a:rPr lang="ar-EG" altLang="en-US" sz="1600" dirty="0">
                <a:solidFill>
                  <a:schemeClr val="tx1"/>
                </a:solidFill>
              </a:rPr>
              <a:t>نقوش فرعونية دقيقة تملأ الشاشة ثم تتحول بصرياً فوراً إلى علامات استفهام تعبر عن العمق الفكري.</a:t>
            </a:r>
            <a:endParaRPr lang="ar-EG" sz="1200" dirty="0"/>
          </a:p>
        </p:txBody>
      </p:sp>
      <p:sp>
        <p:nvSpPr>
          <p:cNvPr id="10" name="Audio card 1"/>
          <p:cNvSpPr/>
          <p:nvPr/>
        </p:nvSpPr>
        <p:spPr>
          <a:xfrm>
            <a:off x="457200" y="3063240"/>
            <a:ext cx="8229600" cy="1371600"/>
          </a:xfrm>
          <a:prstGeom prst="roundRect">
            <a:avLst>
              <a:gd name="adj" fmla="val 8000"/>
            </a:avLst>
          </a:prstGeom>
          <a:solidFill>
            <a:schemeClr val="tx1"/>
          </a:solidFill>
          <a:ln/>
        </p:spPr>
      </p:sp>
      <p:pic>
        <p:nvPicPr>
          <p:cNvPr id="11" name="Quote icon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3246120"/>
            <a:ext cx="256032" cy="256032"/>
          </a:xfrm>
          <a:prstGeom prst="rect">
            <a:avLst/>
          </a:prstGeom>
        </p:spPr>
      </p:pic>
      <p:sp>
        <p:nvSpPr>
          <p:cNvPr id="12" name="Speaker 1"/>
          <p:cNvSpPr txBox="1"/>
          <p:nvPr/>
        </p:nvSpPr>
        <p:spPr>
          <a:xfrm>
            <a:off x="685800" y="3200400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300" b="1" dirty="0">
                <a:solidFill>
                  <a:schemeClr val="accent1"/>
                </a:solidFill>
              </a:rPr>
              <a:t>الصوت</a:t>
            </a:r>
            <a:endParaRPr lang="ar-EG" sz="1300" dirty="0"/>
          </a:p>
        </p:txBody>
      </p:sp>
      <p:sp>
        <p:nvSpPr>
          <p:cNvPr id="13" name="Dialogue 1"/>
          <p:cNvSpPr txBox="1"/>
          <p:nvPr/>
        </p:nvSpPr>
        <p:spPr>
          <a:xfrm>
            <a:off x="685800" y="3593592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2000" dirty="0">
                <a:solidFill>
                  <a:schemeClr val="bg1"/>
                </a:solidFill>
              </a:rPr>
              <a:t>بدون حوار</a:t>
            </a:r>
            <a:endParaRPr lang="ar-EG" sz="2000" dirty="0"/>
          </a:p>
        </p:txBody>
      </p:sp>
      <p:sp>
        <p:nvSpPr>
          <p:cNvPr id="14" name="Progress dot 1"/>
          <p:cNvSpPr/>
          <p:nvPr/>
        </p:nvSpPr>
        <p:spPr>
          <a:xfrm>
            <a:off x="2203704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15" name="Progress dot 2"/>
          <p:cNvSpPr/>
          <p:nvPr/>
        </p:nvSpPr>
        <p:spPr>
          <a:xfrm>
            <a:off x="2423160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16" name="Progress dot 3"/>
          <p:cNvSpPr/>
          <p:nvPr/>
        </p:nvSpPr>
        <p:spPr>
          <a:xfrm>
            <a:off x="2642616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17" name="Progress dot 4"/>
          <p:cNvSpPr/>
          <p:nvPr/>
        </p:nvSpPr>
        <p:spPr>
          <a:xfrm>
            <a:off x="2862072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18" name="Progress dot 5"/>
          <p:cNvSpPr/>
          <p:nvPr/>
        </p:nvSpPr>
        <p:spPr>
          <a:xfrm>
            <a:off x="3081528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19" name="Progress dot 6"/>
          <p:cNvSpPr/>
          <p:nvPr/>
        </p:nvSpPr>
        <p:spPr>
          <a:xfrm>
            <a:off x="3300984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0" name="Progress dot 7"/>
          <p:cNvSpPr/>
          <p:nvPr/>
        </p:nvSpPr>
        <p:spPr>
          <a:xfrm>
            <a:off x="3520440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1" name="Progress dot 8"/>
          <p:cNvSpPr/>
          <p:nvPr/>
        </p:nvSpPr>
        <p:spPr>
          <a:xfrm>
            <a:off x="3739896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2" name="Progress dot 9"/>
          <p:cNvSpPr/>
          <p:nvPr/>
        </p:nvSpPr>
        <p:spPr>
          <a:xfrm>
            <a:off x="3959352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3" name="Progress dot 10"/>
          <p:cNvSpPr/>
          <p:nvPr/>
        </p:nvSpPr>
        <p:spPr>
          <a:xfrm>
            <a:off x="4178808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4" name="Progress dot 11"/>
          <p:cNvSpPr/>
          <p:nvPr/>
        </p:nvSpPr>
        <p:spPr>
          <a:xfrm>
            <a:off x="4398264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5" name="Progress dot 12"/>
          <p:cNvSpPr/>
          <p:nvPr/>
        </p:nvSpPr>
        <p:spPr>
          <a:xfrm>
            <a:off x="4617720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6" name="Progress dot 13"/>
          <p:cNvSpPr/>
          <p:nvPr/>
        </p:nvSpPr>
        <p:spPr>
          <a:xfrm>
            <a:off x="4837176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7" name="Progress dot 14"/>
          <p:cNvSpPr/>
          <p:nvPr/>
        </p:nvSpPr>
        <p:spPr>
          <a:xfrm>
            <a:off x="5056632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8" name="Progress dot 15"/>
          <p:cNvSpPr/>
          <p:nvPr/>
        </p:nvSpPr>
        <p:spPr>
          <a:xfrm>
            <a:off x="5276088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9" name="Progress dot 16"/>
          <p:cNvSpPr/>
          <p:nvPr/>
        </p:nvSpPr>
        <p:spPr>
          <a:xfrm>
            <a:off x="5495544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30" name="Progress dot 17"/>
          <p:cNvSpPr/>
          <p:nvPr/>
        </p:nvSpPr>
        <p:spPr>
          <a:xfrm>
            <a:off x="5715000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31" name="Progress dot 18"/>
          <p:cNvSpPr/>
          <p:nvPr/>
        </p:nvSpPr>
        <p:spPr>
          <a:xfrm>
            <a:off x="5934456" y="4681728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2" name="Progress dot 19"/>
          <p:cNvSpPr/>
          <p:nvPr/>
        </p:nvSpPr>
        <p:spPr>
          <a:xfrm>
            <a:off x="6153912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33" name="Progress dot 20"/>
          <p:cNvSpPr/>
          <p:nvPr/>
        </p:nvSpPr>
        <p:spPr>
          <a:xfrm>
            <a:off x="6373368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34" name="Progress dot 21"/>
          <p:cNvSpPr/>
          <p:nvPr/>
        </p:nvSpPr>
        <p:spPr>
          <a:xfrm>
            <a:off x="6592824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35" name="Progress dot 22"/>
          <p:cNvSpPr/>
          <p:nvPr/>
        </p:nvSpPr>
        <p:spPr>
          <a:xfrm>
            <a:off x="6812280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t tag"/>
          <p:cNvSpPr txBox="1"/>
          <p:nvPr/>
        </p:nvSpPr>
        <p:spPr>
          <a:xfrm>
            <a:off x="32004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300" b="1" dirty="0">
                <a:solidFill>
                  <a:schemeClr val="tx2"/>
                </a:solidFill>
              </a:rPr>
              <a:t>الجزء 5 · المونتاج الفكري والسؤال الجوهري</a:t>
            </a:r>
            <a:endParaRPr lang="ar-EG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600" b="1" dirty="0">
                <a:solidFill>
                  <a:schemeClr val="tx1"/>
                </a:solidFill>
              </a:rPr>
              <a:t>المشهد 19</a:t>
            </a:r>
            <a:endParaRPr lang="ar-EG" sz="3600" dirty="0"/>
          </a:p>
        </p:txBody>
      </p:sp>
      <p:sp>
        <p:nvSpPr>
          <p:cNvPr id="4" name="Time chip"/>
          <p:cNvSpPr/>
          <p:nvPr/>
        </p:nvSpPr>
        <p:spPr>
          <a:xfrm>
            <a:off x="457200" y="713232"/>
            <a:ext cx="1737360" cy="45720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/>
        </p:spPr>
      </p:sp>
      <p:sp>
        <p:nvSpPr>
          <p:cNvPr id="5" name="Time text"/>
          <p:cNvSpPr txBox="1"/>
          <p:nvPr/>
        </p:nvSpPr>
        <p:spPr>
          <a:xfrm>
            <a:off x="457200" y="71323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03:00 – 03:10</a:t>
            </a:r>
            <a:endParaRPr lang="en-US" sz="1500" dirty="0"/>
          </a:p>
        </p:txBody>
      </p:sp>
      <p:sp>
        <p:nvSpPr>
          <p:cNvPr id="6" name="Action card"/>
          <p:cNvSpPr/>
          <p:nvPr/>
        </p:nvSpPr>
        <p:spPr>
          <a:xfrm>
            <a:off x="457200" y="1508760"/>
            <a:ext cx="822960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7" name="Action icon bg"/>
          <p:cNvSpPr/>
          <p:nvPr/>
        </p:nvSpPr>
        <p:spPr>
          <a:xfrm>
            <a:off x="7818120" y="178308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8" name="Action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73568" y="1938528"/>
            <a:ext cx="329184" cy="329184"/>
          </a:xfrm>
          <a:prstGeom prst="rect">
            <a:avLst/>
          </a:prstGeom>
        </p:spPr>
      </p:pic>
      <p:sp>
        <p:nvSpPr>
          <p:cNvPr id="9" name="Action text"/>
          <p:cNvSpPr txBox="1"/>
          <p:nvPr/>
        </p:nvSpPr>
        <p:spPr>
          <a:xfrm>
            <a:off x="685800" y="1618488"/>
            <a:ext cx="69494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spcAft>
                <a:spcPts val="400"/>
              </a:spcAft>
              <a:buNone/>
            </a:pPr>
            <a:r>
              <a:rPr lang="ar-EG" altLang="en-US" sz="1200" b="1" dirty="0">
                <a:solidFill>
                  <a:schemeClr val="tx2"/>
                </a:solidFill>
              </a:rPr>
              <a:t>الصورة والحدث</a:t>
            </a:r>
            <a:endParaRPr lang="ar-EG" sz="1200" dirty="0"/>
          </a:p>
          <a:p>
            <a:pPr algn="r" indent="0" marL="0">
              <a:spcAft>
                <a:spcPts val="400"/>
              </a:spcAft>
              <a:buNone/>
            </a:pPr>
            <a:r>
              <a:rPr lang="ar-EG" altLang="en-US" sz="1600" dirty="0">
                <a:solidFill>
                  <a:schemeClr val="tx1"/>
                </a:solidFill>
              </a:rPr>
              <a:t>آدم يقف وسط القاعة والزوار يتحركون من حوله بحركة ضبابية تدل على زحمة الوقت.</a:t>
            </a:r>
            <a:endParaRPr lang="ar-EG" sz="1200" dirty="0"/>
          </a:p>
        </p:txBody>
      </p:sp>
      <p:sp>
        <p:nvSpPr>
          <p:cNvPr id="10" name="Audio card 1"/>
          <p:cNvSpPr/>
          <p:nvPr/>
        </p:nvSpPr>
        <p:spPr>
          <a:xfrm>
            <a:off x="457200" y="3063240"/>
            <a:ext cx="8229600" cy="1371600"/>
          </a:xfrm>
          <a:prstGeom prst="roundRect">
            <a:avLst>
              <a:gd name="adj" fmla="val 8000"/>
            </a:avLst>
          </a:prstGeom>
          <a:solidFill>
            <a:schemeClr val="tx1"/>
          </a:solidFill>
          <a:ln/>
        </p:spPr>
      </p:sp>
      <p:pic>
        <p:nvPicPr>
          <p:cNvPr id="11" name="Quote icon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3246120"/>
            <a:ext cx="256032" cy="256032"/>
          </a:xfrm>
          <a:prstGeom prst="rect">
            <a:avLst/>
          </a:prstGeom>
        </p:spPr>
      </p:pic>
      <p:sp>
        <p:nvSpPr>
          <p:cNvPr id="12" name="Speaker 1"/>
          <p:cNvSpPr txBox="1"/>
          <p:nvPr/>
        </p:nvSpPr>
        <p:spPr>
          <a:xfrm>
            <a:off x="685800" y="3200400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300" b="1" dirty="0">
                <a:solidFill>
                  <a:schemeClr val="accent1"/>
                </a:solidFill>
              </a:rPr>
              <a:t>آدم</a:t>
            </a:r>
            <a:endParaRPr lang="ar-EG" sz="1300" dirty="0"/>
          </a:p>
        </p:txBody>
      </p:sp>
      <p:sp>
        <p:nvSpPr>
          <p:cNvPr id="13" name="Dialogue 1"/>
          <p:cNvSpPr txBox="1"/>
          <p:nvPr/>
        </p:nvSpPr>
        <p:spPr>
          <a:xfrm>
            <a:off x="685800" y="3593592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2000" dirty="0">
                <a:solidFill>
                  <a:schemeClr val="bg1"/>
                </a:solidFill>
              </a:rPr>
              <a:t>«إحنا حلقة في حكاية طويلة استلمناها من اللي قبلنا»</a:t>
            </a:r>
            <a:endParaRPr lang="ar-EG" sz="2000" dirty="0"/>
          </a:p>
        </p:txBody>
      </p:sp>
      <p:sp>
        <p:nvSpPr>
          <p:cNvPr id="14" name="Progress dot 1"/>
          <p:cNvSpPr/>
          <p:nvPr/>
        </p:nvSpPr>
        <p:spPr>
          <a:xfrm>
            <a:off x="2203704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15" name="Progress dot 2"/>
          <p:cNvSpPr/>
          <p:nvPr/>
        </p:nvSpPr>
        <p:spPr>
          <a:xfrm>
            <a:off x="2423160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16" name="Progress dot 3"/>
          <p:cNvSpPr/>
          <p:nvPr/>
        </p:nvSpPr>
        <p:spPr>
          <a:xfrm>
            <a:off x="2642616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17" name="Progress dot 4"/>
          <p:cNvSpPr/>
          <p:nvPr/>
        </p:nvSpPr>
        <p:spPr>
          <a:xfrm>
            <a:off x="2862072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18" name="Progress dot 5"/>
          <p:cNvSpPr/>
          <p:nvPr/>
        </p:nvSpPr>
        <p:spPr>
          <a:xfrm>
            <a:off x="3081528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19" name="Progress dot 6"/>
          <p:cNvSpPr/>
          <p:nvPr/>
        </p:nvSpPr>
        <p:spPr>
          <a:xfrm>
            <a:off x="3300984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0" name="Progress dot 7"/>
          <p:cNvSpPr/>
          <p:nvPr/>
        </p:nvSpPr>
        <p:spPr>
          <a:xfrm>
            <a:off x="3520440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1" name="Progress dot 8"/>
          <p:cNvSpPr/>
          <p:nvPr/>
        </p:nvSpPr>
        <p:spPr>
          <a:xfrm>
            <a:off x="3739896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2" name="Progress dot 9"/>
          <p:cNvSpPr/>
          <p:nvPr/>
        </p:nvSpPr>
        <p:spPr>
          <a:xfrm>
            <a:off x="3959352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3" name="Progress dot 10"/>
          <p:cNvSpPr/>
          <p:nvPr/>
        </p:nvSpPr>
        <p:spPr>
          <a:xfrm>
            <a:off x="4178808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4" name="Progress dot 11"/>
          <p:cNvSpPr/>
          <p:nvPr/>
        </p:nvSpPr>
        <p:spPr>
          <a:xfrm>
            <a:off x="4398264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5" name="Progress dot 12"/>
          <p:cNvSpPr/>
          <p:nvPr/>
        </p:nvSpPr>
        <p:spPr>
          <a:xfrm>
            <a:off x="4617720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6" name="Progress dot 13"/>
          <p:cNvSpPr/>
          <p:nvPr/>
        </p:nvSpPr>
        <p:spPr>
          <a:xfrm>
            <a:off x="4837176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7" name="Progress dot 14"/>
          <p:cNvSpPr/>
          <p:nvPr/>
        </p:nvSpPr>
        <p:spPr>
          <a:xfrm>
            <a:off x="5056632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8" name="Progress dot 15"/>
          <p:cNvSpPr/>
          <p:nvPr/>
        </p:nvSpPr>
        <p:spPr>
          <a:xfrm>
            <a:off x="5276088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9" name="Progress dot 16"/>
          <p:cNvSpPr/>
          <p:nvPr/>
        </p:nvSpPr>
        <p:spPr>
          <a:xfrm>
            <a:off x="5495544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30" name="Progress dot 17"/>
          <p:cNvSpPr/>
          <p:nvPr/>
        </p:nvSpPr>
        <p:spPr>
          <a:xfrm>
            <a:off x="5715000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31" name="Progress dot 18"/>
          <p:cNvSpPr/>
          <p:nvPr/>
        </p:nvSpPr>
        <p:spPr>
          <a:xfrm>
            <a:off x="5934456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32" name="Progress dot 19"/>
          <p:cNvSpPr/>
          <p:nvPr/>
        </p:nvSpPr>
        <p:spPr>
          <a:xfrm>
            <a:off x="6153912" y="4681728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3" name="Progress dot 20"/>
          <p:cNvSpPr/>
          <p:nvPr/>
        </p:nvSpPr>
        <p:spPr>
          <a:xfrm>
            <a:off x="6373368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34" name="Progress dot 21"/>
          <p:cNvSpPr/>
          <p:nvPr/>
        </p:nvSpPr>
        <p:spPr>
          <a:xfrm>
            <a:off x="6592824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35" name="Progress dot 22"/>
          <p:cNvSpPr/>
          <p:nvPr/>
        </p:nvSpPr>
        <p:spPr>
          <a:xfrm>
            <a:off x="6812280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t tag"/>
          <p:cNvSpPr txBox="1"/>
          <p:nvPr/>
        </p:nvSpPr>
        <p:spPr>
          <a:xfrm>
            <a:off x="32004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300" b="1" dirty="0">
                <a:solidFill>
                  <a:schemeClr val="tx2"/>
                </a:solidFill>
              </a:rPr>
              <a:t>الجزء 5 · المونتاج الفكري والسؤال الجوهري</a:t>
            </a:r>
            <a:endParaRPr lang="ar-EG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600" b="1" dirty="0">
                <a:solidFill>
                  <a:schemeClr val="tx1"/>
                </a:solidFill>
              </a:rPr>
              <a:t>المشهد 20</a:t>
            </a:r>
            <a:endParaRPr lang="ar-EG" sz="3600" dirty="0"/>
          </a:p>
        </p:txBody>
      </p:sp>
      <p:sp>
        <p:nvSpPr>
          <p:cNvPr id="4" name="Time chip"/>
          <p:cNvSpPr/>
          <p:nvPr/>
        </p:nvSpPr>
        <p:spPr>
          <a:xfrm>
            <a:off x="457200" y="713232"/>
            <a:ext cx="1737360" cy="45720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/>
        </p:spPr>
      </p:sp>
      <p:sp>
        <p:nvSpPr>
          <p:cNvPr id="5" name="Time text"/>
          <p:cNvSpPr txBox="1"/>
          <p:nvPr/>
        </p:nvSpPr>
        <p:spPr>
          <a:xfrm>
            <a:off x="457200" y="71323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03:10 – 03:20</a:t>
            </a:r>
            <a:endParaRPr lang="en-US" sz="1500" dirty="0"/>
          </a:p>
        </p:txBody>
      </p:sp>
      <p:sp>
        <p:nvSpPr>
          <p:cNvPr id="6" name="Action card"/>
          <p:cNvSpPr/>
          <p:nvPr/>
        </p:nvSpPr>
        <p:spPr>
          <a:xfrm>
            <a:off x="457200" y="1508760"/>
            <a:ext cx="822960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7" name="Action icon bg"/>
          <p:cNvSpPr/>
          <p:nvPr/>
        </p:nvSpPr>
        <p:spPr>
          <a:xfrm>
            <a:off x="7818120" y="178308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8" name="Action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73568" y="1938528"/>
            <a:ext cx="329184" cy="329184"/>
          </a:xfrm>
          <a:prstGeom prst="rect">
            <a:avLst/>
          </a:prstGeom>
        </p:spPr>
      </p:pic>
      <p:sp>
        <p:nvSpPr>
          <p:cNvPr id="9" name="Action text"/>
          <p:cNvSpPr txBox="1"/>
          <p:nvPr/>
        </p:nvSpPr>
        <p:spPr>
          <a:xfrm>
            <a:off x="685800" y="1618488"/>
            <a:ext cx="69494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spcAft>
                <a:spcPts val="400"/>
              </a:spcAft>
              <a:buNone/>
            </a:pPr>
            <a:r>
              <a:rPr lang="ar-EG" altLang="en-US" sz="1200" b="1" dirty="0">
                <a:solidFill>
                  <a:schemeClr val="tx2"/>
                </a:solidFill>
              </a:rPr>
              <a:t>الصورة والحدث</a:t>
            </a:r>
            <a:endParaRPr lang="ar-EG" sz="1200" dirty="0"/>
          </a:p>
          <a:p>
            <a:pPr algn="r" indent="0" marL="0">
              <a:spcAft>
                <a:spcPts val="400"/>
              </a:spcAft>
              <a:buNone/>
            </a:pPr>
            <a:r>
              <a:rPr lang="ar-EG" altLang="en-US" sz="1600" dirty="0">
                <a:solidFill>
                  <a:schemeClr val="tx1"/>
                </a:solidFill>
              </a:rPr>
              <a:t>تتوقف حركة المونتاج عند آدم وهو يرفع رأسه ناظراً للتمثال.</a:t>
            </a:r>
            <a:endParaRPr lang="ar-EG" sz="1200" dirty="0"/>
          </a:p>
        </p:txBody>
      </p:sp>
      <p:sp>
        <p:nvSpPr>
          <p:cNvPr id="10" name="Audio card 1"/>
          <p:cNvSpPr/>
          <p:nvPr/>
        </p:nvSpPr>
        <p:spPr>
          <a:xfrm>
            <a:off x="457200" y="3063240"/>
            <a:ext cx="8229600" cy="1371600"/>
          </a:xfrm>
          <a:prstGeom prst="roundRect">
            <a:avLst>
              <a:gd name="adj" fmla="val 8000"/>
            </a:avLst>
          </a:prstGeom>
          <a:solidFill>
            <a:schemeClr val="tx1"/>
          </a:solidFill>
          <a:ln/>
        </p:spPr>
      </p:sp>
      <p:pic>
        <p:nvPicPr>
          <p:cNvPr id="11" name="Quote icon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3246120"/>
            <a:ext cx="256032" cy="256032"/>
          </a:xfrm>
          <a:prstGeom prst="rect">
            <a:avLst/>
          </a:prstGeom>
        </p:spPr>
      </p:pic>
      <p:sp>
        <p:nvSpPr>
          <p:cNvPr id="12" name="Speaker 1"/>
          <p:cNvSpPr txBox="1"/>
          <p:nvPr/>
        </p:nvSpPr>
        <p:spPr>
          <a:xfrm>
            <a:off x="685800" y="3200400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300" b="1" dirty="0">
                <a:solidFill>
                  <a:schemeClr val="accent1"/>
                </a:solidFill>
              </a:rPr>
              <a:t>آدم</a:t>
            </a:r>
            <a:endParaRPr lang="ar-EG" sz="1300" dirty="0"/>
          </a:p>
        </p:txBody>
      </p:sp>
      <p:sp>
        <p:nvSpPr>
          <p:cNvPr id="13" name="Dialogue 1"/>
          <p:cNvSpPr txBox="1"/>
          <p:nvPr/>
        </p:nvSpPr>
        <p:spPr>
          <a:xfrm>
            <a:off x="685800" y="3593592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800" dirty="0">
                <a:solidFill>
                  <a:schemeClr val="bg1"/>
                </a:solidFill>
              </a:rPr>
              <a:t>«السؤال مش بس هنحافظ على اللي ورثناه إزاي؟ السؤال: هنضمن إزاي إن قيمته تفضل عايشة في عقول الناس؟»</a:t>
            </a:r>
            <a:endParaRPr lang="ar-EG" sz="1800" dirty="0"/>
          </a:p>
        </p:txBody>
      </p:sp>
      <p:sp>
        <p:nvSpPr>
          <p:cNvPr id="14" name="Progress dot 1"/>
          <p:cNvSpPr/>
          <p:nvPr/>
        </p:nvSpPr>
        <p:spPr>
          <a:xfrm>
            <a:off x="2203704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15" name="Progress dot 2"/>
          <p:cNvSpPr/>
          <p:nvPr/>
        </p:nvSpPr>
        <p:spPr>
          <a:xfrm>
            <a:off x="2423160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16" name="Progress dot 3"/>
          <p:cNvSpPr/>
          <p:nvPr/>
        </p:nvSpPr>
        <p:spPr>
          <a:xfrm>
            <a:off x="2642616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17" name="Progress dot 4"/>
          <p:cNvSpPr/>
          <p:nvPr/>
        </p:nvSpPr>
        <p:spPr>
          <a:xfrm>
            <a:off x="2862072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18" name="Progress dot 5"/>
          <p:cNvSpPr/>
          <p:nvPr/>
        </p:nvSpPr>
        <p:spPr>
          <a:xfrm>
            <a:off x="3081528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19" name="Progress dot 6"/>
          <p:cNvSpPr/>
          <p:nvPr/>
        </p:nvSpPr>
        <p:spPr>
          <a:xfrm>
            <a:off x="3300984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0" name="Progress dot 7"/>
          <p:cNvSpPr/>
          <p:nvPr/>
        </p:nvSpPr>
        <p:spPr>
          <a:xfrm>
            <a:off x="3520440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1" name="Progress dot 8"/>
          <p:cNvSpPr/>
          <p:nvPr/>
        </p:nvSpPr>
        <p:spPr>
          <a:xfrm>
            <a:off x="3739896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2" name="Progress dot 9"/>
          <p:cNvSpPr/>
          <p:nvPr/>
        </p:nvSpPr>
        <p:spPr>
          <a:xfrm>
            <a:off x="3959352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3" name="Progress dot 10"/>
          <p:cNvSpPr/>
          <p:nvPr/>
        </p:nvSpPr>
        <p:spPr>
          <a:xfrm>
            <a:off x="4178808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4" name="Progress dot 11"/>
          <p:cNvSpPr/>
          <p:nvPr/>
        </p:nvSpPr>
        <p:spPr>
          <a:xfrm>
            <a:off x="4398264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5" name="Progress dot 12"/>
          <p:cNvSpPr/>
          <p:nvPr/>
        </p:nvSpPr>
        <p:spPr>
          <a:xfrm>
            <a:off x="4617720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6" name="Progress dot 13"/>
          <p:cNvSpPr/>
          <p:nvPr/>
        </p:nvSpPr>
        <p:spPr>
          <a:xfrm>
            <a:off x="4837176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7" name="Progress dot 14"/>
          <p:cNvSpPr/>
          <p:nvPr/>
        </p:nvSpPr>
        <p:spPr>
          <a:xfrm>
            <a:off x="5056632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8" name="Progress dot 15"/>
          <p:cNvSpPr/>
          <p:nvPr/>
        </p:nvSpPr>
        <p:spPr>
          <a:xfrm>
            <a:off x="5276088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9" name="Progress dot 16"/>
          <p:cNvSpPr/>
          <p:nvPr/>
        </p:nvSpPr>
        <p:spPr>
          <a:xfrm>
            <a:off x="5495544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30" name="Progress dot 17"/>
          <p:cNvSpPr/>
          <p:nvPr/>
        </p:nvSpPr>
        <p:spPr>
          <a:xfrm>
            <a:off x="5715000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31" name="Progress dot 18"/>
          <p:cNvSpPr/>
          <p:nvPr/>
        </p:nvSpPr>
        <p:spPr>
          <a:xfrm>
            <a:off x="5934456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32" name="Progress dot 19"/>
          <p:cNvSpPr/>
          <p:nvPr/>
        </p:nvSpPr>
        <p:spPr>
          <a:xfrm>
            <a:off x="6153912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33" name="Progress dot 20"/>
          <p:cNvSpPr/>
          <p:nvPr/>
        </p:nvSpPr>
        <p:spPr>
          <a:xfrm>
            <a:off x="6373368" y="4681728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4" name="Progress dot 21"/>
          <p:cNvSpPr/>
          <p:nvPr/>
        </p:nvSpPr>
        <p:spPr>
          <a:xfrm>
            <a:off x="6592824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35" name="Progress dot 22"/>
          <p:cNvSpPr/>
          <p:nvPr/>
        </p:nvSpPr>
        <p:spPr>
          <a:xfrm>
            <a:off x="6812280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t tag"/>
          <p:cNvSpPr txBox="1"/>
          <p:nvPr/>
        </p:nvSpPr>
        <p:spPr>
          <a:xfrm>
            <a:off x="32004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300" b="1" dirty="0">
                <a:solidFill>
                  <a:schemeClr val="tx2"/>
                </a:solidFill>
              </a:rPr>
              <a:t>الجزء 6 · الختام والرسالة</a:t>
            </a:r>
            <a:endParaRPr lang="ar-EG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600" b="1" dirty="0">
                <a:solidFill>
                  <a:schemeClr val="tx1"/>
                </a:solidFill>
              </a:rPr>
              <a:t>المشهد 21</a:t>
            </a:r>
            <a:endParaRPr lang="ar-EG" sz="3600" dirty="0"/>
          </a:p>
        </p:txBody>
      </p:sp>
      <p:sp>
        <p:nvSpPr>
          <p:cNvPr id="4" name="Time chip"/>
          <p:cNvSpPr/>
          <p:nvPr/>
        </p:nvSpPr>
        <p:spPr>
          <a:xfrm>
            <a:off x="457200" y="713232"/>
            <a:ext cx="1737360" cy="45720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/>
        </p:spPr>
      </p:sp>
      <p:sp>
        <p:nvSpPr>
          <p:cNvPr id="5" name="Time text"/>
          <p:cNvSpPr txBox="1"/>
          <p:nvPr/>
        </p:nvSpPr>
        <p:spPr>
          <a:xfrm>
            <a:off x="457200" y="71323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03:20 – 03:30</a:t>
            </a:r>
            <a:endParaRPr lang="en-US" sz="1500" dirty="0"/>
          </a:p>
        </p:txBody>
      </p:sp>
      <p:sp>
        <p:nvSpPr>
          <p:cNvPr id="6" name="Action card"/>
          <p:cNvSpPr/>
          <p:nvPr/>
        </p:nvSpPr>
        <p:spPr>
          <a:xfrm>
            <a:off x="457200" y="1508760"/>
            <a:ext cx="822960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7" name="Action icon bg"/>
          <p:cNvSpPr/>
          <p:nvPr/>
        </p:nvSpPr>
        <p:spPr>
          <a:xfrm>
            <a:off x="7818120" y="178308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8" name="Action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73568" y="1938528"/>
            <a:ext cx="329184" cy="329184"/>
          </a:xfrm>
          <a:prstGeom prst="rect">
            <a:avLst/>
          </a:prstGeom>
        </p:spPr>
      </p:pic>
      <p:sp>
        <p:nvSpPr>
          <p:cNvPr id="9" name="Action text"/>
          <p:cNvSpPr txBox="1"/>
          <p:nvPr/>
        </p:nvSpPr>
        <p:spPr>
          <a:xfrm>
            <a:off x="685800" y="1618488"/>
            <a:ext cx="69494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spcAft>
                <a:spcPts val="400"/>
              </a:spcAft>
              <a:buNone/>
            </a:pPr>
            <a:r>
              <a:rPr lang="ar-EG" altLang="en-US" sz="1200" b="1" dirty="0">
                <a:solidFill>
                  <a:schemeClr val="tx2"/>
                </a:solidFill>
              </a:rPr>
              <a:t>الصورة والحدث</a:t>
            </a:r>
            <a:endParaRPr lang="ar-EG" sz="1200" dirty="0"/>
          </a:p>
          <a:p>
            <a:pPr algn="r" indent="0" marL="0">
              <a:spcAft>
                <a:spcPts val="400"/>
              </a:spcAft>
              <a:buNone/>
            </a:pPr>
            <a:r>
              <a:rPr lang="ar-EG" altLang="en-US" sz="1600" dirty="0">
                <a:solidFill>
                  <a:schemeClr val="tx1"/>
                </a:solidFill>
              </a:rPr>
              <a:t>آدم يقف أمام التمثال الضخم ناظراً إليه باعتباره «أمانة».</a:t>
            </a:r>
            <a:endParaRPr lang="ar-EG" sz="1200" dirty="0"/>
          </a:p>
        </p:txBody>
      </p:sp>
      <p:sp>
        <p:nvSpPr>
          <p:cNvPr id="10" name="Audio card 1"/>
          <p:cNvSpPr/>
          <p:nvPr/>
        </p:nvSpPr>
        <p:spPr>
          <a:xfrm>
            <a:off x="457200" y="3063240"/>
            <a:ext cx="8229600" cy="1371600"/>
          </a:xfrm>
          <a:prstGeom prst="roundRect">
            <a:avLst>
              <a:gd name="adj" fmla="val 8000"/>
            </a:avLst>
          </a:prstGeom>
          <a:solidFill>
            <a:schemeClr val="tx1"/>
          </a:solidFill>
          <a:ln/>
        </p:spPr>
      </p:sp>
      <p:pic>
        <p:nvPicPr>
          <p:cNvPr id="11" name="Quote icon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3246120"/>
            <a:ext cx="256032" cy="256032"/>
          </a:xfrm>
          <a:prstGeom prst="rect">
            <a:avLst/>
          </a:prstGeom>
        </p:spPr>
      </p:pic>
      <p:sp>
        <p:nvSpPr>
          <p:cNvPr id="12" name="Speaker 1"/>
          <p:cNvSpPr txBox="1"/>
          <p:nvPr/>
        </p:nvSpPr>
        <p:spPr>
          <a:xfrm>
            <a:off x="685800" y="3200400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300" b="1" dirty="0">
                <a:solidFill>
                  <a:schemeClr val="accent1"/>
                </a:solidFill>
              </a:rPr>
              <a:t>آدم</a:t>
            </a:r>
            <a:endParaRPr lang="ar-EG" sz="1300" dirty="0"/>
          </a:p>
        </p:txBody>
      </p:sp>
      <p:sp>
        <p:nvSpPr>
          <p:cNvPr id="13" name="Dialogue 1"/>
          <p:cNvSpPr txBox="1"/>
          <p:nvPr/>
        </p:nvSpPr>
        <p:spPr>
          <a:xfrm>
            <a:off x="685800" y="3593592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800" dirty="0">
                <a:solidFill>
                  <a:schemeClr val="bg1"/>
                </a:solidFill>
              </a:rPr>
              <a:t>«إحنا ورثنا حضارة تحدّت الزمن... فهل هنقدر نديها المستقبل اللي تستحقه؟»</a:t>
            </a:r>
            <a:endParaRPr lang="ar-EG" sz="1800" dirty="0"/>
          </a:p>
        </p:txBody>
      </p:sp>
      <p:sp>
        <p:nvSpPr>
          <p:cNvPr id="14" name="Progress dot 1"/>
          <p:cNvSpPr/>
          <p:nvPr/>
        </p:nvSpPr>
        <p:spPr>
          <a:xfrm>
            <a:off x="2203704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15" name="Progress dot 2"/>
          <p:cNvSpPr/>
          <p:nvPr/>
        </p:nvSpPr>
        <p:spPr>
          <a:xfrm>
            <a:off x="2423160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16" name="Progress dot 3"/>
          <p:cNvSpPr/>
          <p:nvPr/>
        </p:nvSpPr>
        <p:spPr>
          <a:xfrm>
            <a:off x="2642616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17" name="Progress dot 4"/>
          <p:cNvSpPr/>
          <p:nvPr/>
        </p:nvSpPr>
        <p:spPr>
          <a:xfrm>
            <a:off x="2862072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18" name="Progress dot 5"/>
          <p:cNvSpPr/>
          <p:nvPr/>
        </p:nvSpPr>
        <p:spPr>
          <a:xfrm>
            <a:off x="3081528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19" name="Progress dot 6"/>
          <p:cNvSpPr/>
          <p:nvPr/>
        </p:nvSpPr>
        <p:spPr>
          <a:xfrm>
            <a:off x="3300984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0" name="Progress dot 7"/>
          <p:cNvSpPr/>
          <p:nvPr/>
        </p:nvSpPr>
        <p:spPr>
          <a:xfrm>
            <a:off x="3520440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1" name="Progress dot 8"/>
          <p:cNvSpPr/>
          <p:nvPr/>
        </p:nvSpPr>
        <p:spPr>
          <a:xfrm>
            <a:off x="3739896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2" name="Progress dot 9"/>
          <p:cNvSpPr/>
          <p:nvPr/>
        </p:nvSpPr>
        <p:spPr>
          <a:xfrm>
            <a:off x="3959352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3" name="Progress dot 10"/>
          <p:cNvSpPr/>
          <p:nvPr/>
        </p:nvSpPr>
        <p:spPr>
          <a:xfrm>
            <a:off x="4178808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4" name="Progress dot 11"/>
          <p:cNvSpPr/>
          <p:nvPr/>
        </p:nvSpPr>
        <p:spPr>
          <a:xfrm>
            <a:off x="4398264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5" name="Progress dot 12"/>
          <p:cNvSpPr/>
          <p:nvPr/>
        </p:nvSpPr>
        <p:spPr>
          <a:xfrm>
            <a:off x="4617720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6" name="Progress dot 13"/>
          <p:cNvSpPr/>
          <p:nvPr/>
        </p:nvSpPr>
        <p:spPr>
          <a:xfrm>
            <a:off x="4837176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7" name="Progress dot 14"/>
          <p:cNvSpPr/>
          <p:nvPr/>
        </p:nvSpPr>
        <p:spPr>
          <a:xfrm>
            <a:off x="5056632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8" name="Progress dot 15"/>
          <p:cNvSpPr/>
          <p:nvPr/>
        </p:nvSpPr>
        <p:spPr>
          <a:xfrm>
            <a:off x="5276088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9" name="Progress dot 16"/>
          <p:cNvSpPr/>
          <p:nvPr/>
        </p:nvSpPr>
        <p:spPr>
          <a:xfrm>
            <a:off x="5495544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30" name="Progress dot 17"/>
          <p:cNvSpPr/>
          <p:nvPr/>
        </p:nvSpPr>
        <p:spPr>
          <a:xfrm>
            <a:off x="5715000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31" name="Progress dot 18"/>
          <p:cNvSpPr/>
          <p:nvPr/>
        </p:nvSpPr>
        <p:spPr>
          <a:xfrm>
            <a:off x="5934456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32" name="Progress dot 19"/>
          <p:cNvSpPr/>
          <p:nvPr/>
        </p:nvSpPr>
        <p:spPr>
          <a:xfrm>
            <a:off x="6153912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33" name="Progress dot 20"/>
          <p:cNvSpPr/>
          <p:nvPr/>
        </p:nvSpPr>
        <p:spPr>
          <a:xfrm>
            <a:off x="6373368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34" name="Progress dot 21"/>
          <p:cNvSpPr/>
          <p:nvPr/>
        </p:nvSpPr>
        <p:spPr>
          <a:xfrm>
            <a:off x="6592824" y="4681728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5" name="Progress dot 22"/>
          <p:cNvSpPr/>
          <p:nvPr/>
        </p:nvSpPr>
        <p:spPr>
          <a:xfrm>
            <a:off x="6812280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t tag"/>
          <p:cNvSpPr txBox="1"/>
          <p:nvPr/>
        </p:nvSpPr>
        <p:spPr>
          <a:xfrm>
            <a:off x="32004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300" b="1" dirty="0">
                <a:solidFill>
                  <a:schemeClr val="tx2"/>
                </a:solidFill>
              </a:rPr>
              <a:t>الجزء 6 · الختام والرسالة</a:t>
            </a:r>
            <a:endParaRPr lang="ar-EG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600" b="1" dirty="0">
                <a:solidFill>
                  <a:schemeClr val="tx1"/>
                </a:solidFill>
              </a:rPr>
              <a:t>المشهد 22</a:t>
            </a:r>
            <a:endParaRPr lang="ar-EG" sz="3600" dirty="0"/>
          </a:p>
        </p:txBody>
      </p:sp>
      <p:sp>
        <p:nvSpPr>
          <p:cNvPr id="4" name="Time chip"/>
          <p:cNvSpPr/>
          <p:nvPr/>
        </p:nvSpPr>
        <p:spPr>
          <a:xfrm>
            <a:off x="457200" y="713232"/>
            <a:ext cx="1737360" cy="45720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/>
        </p:spPr>
      </p:sp>
      <p:sp>
        <p:nvSpPr>
          <p:cNvPr id="5" name="Time text"/>
          <p:cNvSpPr txBox="1"/>
          <p:nvPr/>
        </p:nvSpPr>
        <p:spPr>
          <a:xfrm>
            <a:off x="457200" y="71323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03:30 – 03:40</a:t>
            </a:r>
            <a:endParaRPr lang="en-US" sz="1500" dirty="0"/>
          </a:p>
        </p:txBody>
      </p:sp>
      <p:sp>
        <p:nvSpPr>
          <p:cNvPr id="6" name="Action card"/>
          <p:cNvSpPr/>
          <p:nvPr/>
        </p:nvSpPr>
        <p:spPr>
          <a:xfrm>
            <a:off x="457200" y="1508760"/>
            <a:ext cx="822960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7" name="Action icon bg"/>
          <p:cNvSpPr/>
          <p:nvPr/>
        </p:nvSpPr>
        <p:spPr>
          <a:xfrm>
            <a:off x="7818120" y="178308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8" name="Action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73568" y="1938528"/>
            <a:ext cx="329184" cy="329184"/>
          </a:xfrm>
          <a:prstGeom prst="rect">
            <a:avLst/>
          </a:prstGeom>
        </p:spPr>
      </p:pic>
      <p:sp>
        <p:nvSpPr>
          <p:cNvPr id="9" name="Action text"/>
          <p:cNvSpPr txBox="1"/>
          <p:nvPr/>
        </p:nvSpPr>
        <p:spPr>
          <a:xfrm>
            <a:off x="685800" y="1618488"/>
            <a:ext cx="69494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spcAft>
                <a:spcPts val="400"/>
              </a:spcAft>
              <a:buNone/>
            </a:pPr>
            <a:r>
              <a:rPr lang="ar-EG" altLang="en-US" sz="1200" b="1" dirty="0">
                <a:solidFill>
                  <a:schemeClr val="tx2"/>
                </a:solidFill>
              </a:rPr>
              <a:t>الصورة والحدث</a:t>
            </a:r>
            <a:endParaRPr lang="ar-EG" sz="1200" dirty="0"/>
          </a:p>
          <a:p>
            <a:pPr algn="r" indent="0" marL="0">
              <a:spcAft>
                <a:spcPts val="400"/>
              </a:spcAft>
              <a:buNone/>
            </a:pPr>
            <a:r>
              <a:rPr lang="ar-EG" altLang="en-US" sz="1600" dirty="0">
                <a:solidFill>
                  <a:schemeClr val="tx1"/>
                </a:solidFill>
              </a:rPr>
              <a:t>صمت قصير، تخفت الإضاءة تدريجياً لتتبقى لمعة ذهبية براقة على التمثال الأثري بالمتحف، مع ظهور النص الختامي على الشاشة.</a:t>
            </a:r>
            <a:endParaRPr lang="ar-EG" sz="1200" dirty="0"/>
          </a:p>
        </p:txBody>
      </p:sp>
      <p:sp>
        <p:nvSpPr>
          <p:cNvPr id="10" name="Audio card 1"/>
          <p:cNvSpPr/>
          <p:nvPr/>
        </p:nvSpPr>
        <p:spPr>
          <a:xfrm>
            <a:off x="457200" y="3063240"/>
            <a:ext cx="8229600" cy="1371600"/>
          </a:xfrm>
          <a:prstGeom prst="roundRect">
            <a:avLst>
              <a:gd name="adj" fmla="val 8000"/>
            </a:avLst>
          </a:prstGeom>
          <a:solidFill>
            <a:schemeClr val="tx1"/>
          </a:solidFill>
          <a:ln/>
        </p:spPr>
      </p:sp>
      <p:pic>
        <p:nvPicPr>
          <p:cNvPr id="11" name="Quote icon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3246120"/>
            <a:ext cx="256032" cy="256032"/>
          </a:xfrm>
          <a:prstGeom prst="rect">
            <a:avLst/>
          </a:prstGeom>
        </p:spPr>
      </p:pic>
      <p:sp>
        <p:nvSpPr>
          <p:cNvPr id="12" name="Speaker 1"/>
          <p:cNvSpPr txBox="1"/>
          <p:nvPr/>
        </p:nvSpPr>
        <p:spPr>
          <a:xfrm>
            <a:off x="685800" y="3200400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300" b="1" dirty="0">
                <a:solidFill>
                  <a:schemeClr val="accent1"/>
                </a:solidFill>
              </a:rPr>
              <a:t>النص الختامي على الشاشة</a:t>
            </a:r>
            <a:endParaRPr lang="ar-EG" sz="1300" dirty="0"/>
          </a:p>
        </p:txBody>
      </p:sp>
      <p:sp>
        <p:nvSpPr>
          <p:cNvPr id="13" name="Dialogue 1"/>
          <p:cNvSpPr txBox="1"/>
          <p:nvPr/>
        </p:nvSpPr>
        <p:spPr>
          <a:xfrm>
            <a:off x="685800" y="3593592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2000" dirty="0">
                <a:solidFill>
                  <a:schemeClr val="bg1"/>
                </a:solidFill>
              </a:rPr>
              <a:t>«الحضارة التي تحدّت الزمن... تستحق مستقبلًا يليق بها.»</a:t>
            </a:r>
            <a:endParaRPr lang="ar-EG" sz="2000" dirty="0"/>
          </a:p>
        </p:txBody>
      </p:sp>
      <p:sp>
        <p:nvSpPr>
          <p:cNvPr id="14" name="Progress dot 1"/>
          <p:cNvSpPr/>
          <p:nvPr/>
        </p:nvSpPr>
        <p:spPr>
          <a:xfrm>
            <a:off x="2203704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15" name="Progress dot 2"/>
          <p:cNvSpPr/>
          <p:nvPr/>
        </p:nvSpPr>
        <p:spPr>
          <a:xfrm>
            <a:off x="2423160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16" name="Progress dot 3"/>
          <p:cNvSpPr/>
          <p:nvPr/>
        </p:nvSpPr>
        <p:spPr>
          <a:xfrm>
            <a:off x="2642616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17" name="Progress dot 4"/>
          <p:cNvSpPr/>
          <p:nvPr/>
        </p:nvSpPr>
        <p:spPr>
          <a:xfrm>
            <a:off x="2862072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18" name="Progress dot 5"/>
          <p:cNvSpPr/>
          <p:nvPr/>
        </p:nvSpPr>
        <p:spPr>
          <a:xfrm>
            <a:off x="3081528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19" name="Progress dot 6"/>
          <p:cNvSpPr/>
          <p:nvPr/>
        </p:nvSpPr>
        <p:spPr>
          <a:xfrm>
            <a:off x="3300984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0" name="Progress dot 7"/>
          <p:cNvSpPr/>
          <p:nvPr/>
        </p:nvSpPr>
        <p:spPr>
          <a:xfrm>
            <a:off x="3520440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1" name="Progress dot 8"/>
          <p:cNvSpPr/>
          <p:nvPr/>
        </p:nvSpPr>
        <p:spPr>
          <a:xfrm>
            <a:off x="3739896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2" name="Progress dot 9"/>
          <p:cNvSpPr/>
          <p:nvPr/>
        </p:nvSpPr>
        <p:spPr>
          <a:xfrm>
            <a:off x="3959352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3" name="Progress dot 10"/>
          <p:cNvSpPr/>
          <p:nvPr/>
        </p:nvSpPr>
        <p:spPr>
          <a:xfrm>
            <a:off x="4178808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4" name="Progress dot 11"/>
          <p:cNvSpPr/>
          <p:nvPr/>
        </p:nvSpPr>
        <p:spPr>
          <a:xfrm>
            <a:off x="4398264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5" name="Progress dot 12"/>
          <p:cNvSpPr/>
          <p:nvPr/>
        </p:nvSpPr>
        <p:spPr>
          <a:xfrm>
            <a:off x="4617720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6" name="Progress dot 13"/>
          <p:cNvSpPr/>
          <p:nvPr/>
        </p:nvSpPr>
        <p:spPr>
          <a:xfrm>
            <a:off x="4837176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7" name="Progress dot 14"/>
          <p:cNvSpPr/>
          <p:nvPr/>
        </p:nvSpPr>
        <p:spPr>
          <a:xfrm>
            <a:off x="5056632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8" name="Progress dot 15"/>
          <p:cNvSpPr/>
          <p:nvPr/>
        </p:nvSpPr>
        <p:spPr>
          <a:xfrm>
            <a:off x="5276088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9" name="Progress dot 16"/>
          <p:cNvSpPr/>
          <p:nvPr/>
        </p:nvSpPr>
        <p:spPr>
          <a:xfrm>
            <a:off x="5495544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30" name="Progress dot 17"/>
          <p:cNvSpPr/>
          <p:nvPr/>
        </p:nvSpPr>
        <p:spPr>
          <a:xfrm>
            <a:off x="5715000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31" name="Progress dot 18"/>
          <p:cNvSpPr/>
          <p:nvPr/>
        </p:nvSpPr>
        <p:spPr>
          <a:xfrm>
            <a:off x="5934456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32" name="Progress dot 19"/>
          <p:cNvSpPr/>
          <p:nvPr/>
        </p:nvSpPr>
        <p:spPr>
          <a:xfrm>
            <a:off x="6153912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33" name="Progress dot 20"/>
          <p:cNvSpPr/>
          <p:nvPr/>
        </p:nvSpPr>
        <p:spPr>
          <a:xfrm>
            <a:off x="6373368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34" name="Progress dot 21"/>
          <p:cNvSpPr/>
          <p:nvPr/>
        </p:nvSpPr>
        <p:spPr>
          <a:xfrm>
            <a:off x="6592824" y="4681728"/>
            <a:ext cx="128016" cy="128016"/>
          </a:xfrm>
          <a:prstGeom prst="ellipse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35" name="Progress dot 22"/>
          <p:cNvSpPr/>
          <p:nvPr/>
        </p:nvSpPr>
        <p:spPr>
          <a:xfrm>
            <a:off x="6812280" y="4681728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nd circle"/>
          <p:cNvSpPr/>
          <p:nvPr/>
        </p:nvSpPr>
        <p:spPr>
          <a:xfrm>
            <a:off x="731520" y="1097280"/>
            <a:ext cx="2743200" cy="27432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3" name="End icon" descr="تاج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1783080"/>
            <a:ext cx="1371600" cy="1371600"/>
          </a:xfrm>
          <a:prstGeom prst="rect">
            <a:avLst/>
          </a:prstGeom>
        </p:spPr>
      </p:pic>
      <p:sp>
        <p:nvSpPr>
          <p:cNvPr id="4" name="Next label"/>
          <p:cNvSpPr txBox="1"/>
          <p:nvPr/>
        </p:nvSpPr>
        <p:spPr>
          <a:xfrm>
            <a:off x="3931920" y="5029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800" b="1" dirty="0">
                <a:solidFill>
                  <a:schemeClr val="accent1"/>
                </a:solidFill>
              </a:rPr>
              <a:t>الفصل التالي</a:t>
            </a:r>
            <a:endParaRPr lang="ar-EG" sz="1800" dirty="0"/>
          </a:p>
        </p:txBody>
      </p:sp>
      <p:sp>
        <p:nvSpPr>
          <p:cNvPr id="5" name="Title"/>
          <p:cNvSpPr/>
          <p:nvPr/>
        </p:nvSpPr>
        <p:spPr>
          <a:xfrm>
            <a:off x="3931920" y="91440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rtl="1" algn="r" indent="0" marL="0">
              <a:buNone/>
            </a:pPr>
            <a:r>
              <a:rPr lang="ar-EG" altLang="en-US" sz="4000" b="1" dirty="0">
                <a:solidFill>
                  <a:schemeClr val="bg1"/>
                </a:solidFill>
              </a:rPr>
              <a:t>عودة الملوك — اكتشاف الحل</a:t>
            </a:r>
            <a:endParaRPr lang="ar-EG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gyptian Museum Night">
  <a:themeElements>
    <a:clrScheme name="Egyptian Museum Night">
      <a:dk1>
        <a:srgbClr val="111C2E"/>
      </a:dk1>
      <a:lt1>
        <a:srgbClr val="FFFFFF"/>
      </a:lt1>
      <a:dk2>
        <a:srgbClr val="1F4E79"/>
      </a:dk2>
      <a:lt2>
        <a:srgbClr val="EEF2F8"/>
      </a:lt2>
      <a:accent1>
        <a:srgbClr val="C8A04A"/>
      </a:accent1>
      <a:accent2>
        <a:srgbClr val="1F4E79"/>
      </a:accent2>
      <a:accent3>
        <a:srgbClr val="3E8E8A"/>
      </a:accent3>
      <a:accent4>
        <a:srgbClr val="B5483A"/>
      </a:accent4>
      <a:accent5>
        <a:srgbClr val="6B7A90"/>
      </a:accent5>
      <a:accent6>
        <a:srgbClr val="8FA6C4"/>
      </a:accent6>
      <a:hlink>
        <a:srgbClr val="1F4E79"/>
      </a:hlink>
      <a:folHlink>
        <a:srgbClr val="6B7A90"/>
      </a:folHlink>
    </a:clrScheme>
    <a:fontScheme name="Egyptian Museum Night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الفصل الثاني — السؤال الذي لا ينام</dc:title>
  <dc:subject>PptxGenJS Presentation</dc:subject>
  <dc:creator>مريم</dc:creator>
  <cp:lastModifiedBy>مريم</cp:lastModifiedBy>
  <cp:revision>1</cp:revision>
  <dcterms:created xsi:type="dcterms:W3CDTF">2026-10-16T11:55:03Z</dcterms:created>
  <dcterms:modified xsi:type="dcterms:W3CDTF">2026-10-16T11:55:03Z</dcterms:modified>
</cp:coreProperties>
</file>